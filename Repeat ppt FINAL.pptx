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62" r:id="rId3"/>
    <p:sldId id="257" r:id="rId4"/>
    <p:sldId id="259" r:id="rId5"/>
    <p:sldId id="266" r:id="rId6"/>
    <p:sldId id="267" r:id="rId7"/>
    <p:sldId id="258" r:id="rId8"/>
    <p:sldId id="268" r:id="rId9"/>
    <p:sldId id="269" r:id="rId10"/>
    <p:sldId id="270" r:id="rId11"/>
    <p:sldId id="271" r:id="rId12"/>
    <p:sldId id="260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60"/>
  </p:normalViewPr>
  <p:slideViewPr>
    <p:cSldViewPr snapToGrid="0">
      <p:cViewPr varScale="1">
        <p:scale>
          <a:sx n="82" d="100"/>
          <a:sy n="8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muladinne Rakesh" userId="9d5a9525fa964932" providerId="LiveId" clId="{69BA5550-77EE-4854-87C5-15929E477D7E}"/>
    <pc:docChg chg="delSld modSld">
      <pc:chgData name="Jammuladinne Rakesh" userId="9d5a9525fa964932" providerId="LiveId" clId="{69BA5550-77EE-4854-87C5-15929E477D7E}" dt="2022-11-29T09:14:02.442" v="120" actId="20577"/>
      <pc:docMkLst>
        <pc:docMk/>
      </pc:docMkLst>
      <pc:sldChg chg="modSp mod">
        <pc:chgData name="Jammuladinne Rakesh" userId="9d5a9525fa964932" providerId="LiveId" clId="{69BA5550-77EE-4854-87C5-15929E477D7E}" dt="2022-11-29T07:28:03.855" v="60" actId="20577"/>
        <pc:sldMkLst>
          <pc:docMk/>
          <pc:sldMk cId="4257591557" sldId="257"/>
        </pc:sldMkLst>
        <pc:spChg chg="mod">
          <ac:chgData name="Jammuladinne Rakesh" userId="9d5a9525fa964932" providerId="LiveId" clId="{69BA5550-77EE-4854-87C5-15929E477D7E}" dt="2022-11-29T07:28:03.855" v="60" actId="20577"/>
          <ac:spMkLst>
            <pc:docMk/>
            <pc:sldMk cId="4257591557" sldId="257"/>
            <ac:spMk id="3" creationId="{127883C6-44B3-5970-81FE-3F47A252625E}"/>
          </ac:spMkLst>
        </pc:spChg>
      </pc:sldChg>
      <pc:sldChg chg="modSp mod">
        <pc:chgData name="Jammuladinne Rakesh" userId="9d5a9525fa964932" providerId="LiveId" clId="{69BA5550-77EE-4854-87C5-15929E477D7E}" dt="2022-11-29T09:13:47.732" v="88" actId="20577"/>
        <pc:sldMkLst>
          <pc:docMk/>
          <pc:sldMk cId="4165141547" sldId="260"/>
        </pc:sldMkLst>
        <pc:spChg chg="mod">
          <ac:chgData name="Jammuladinne Rakesh" userId="9d5a9525fa964932" providerId="LiveId" clId="{69BA5550-77EE-4854-87C5-15929E477D7E}" dt="2022-11-29T09:13:47.732" v="88" actId="20577"/>
          <ac:spMkLst>
            <pc:docMk/>
            <pc:sldMk cId="4165141547" sldId="260"/>
            <ac:spMk id="3" creationId="{261F3FFC-299D-4AD2-E6DE-C9582269DDFD}"/>
          </ac:spMkLst>
        </pc:spChg>
      </pc:sldChg>
      <pc:sldChg chg="del">
        <pc:chgData name="Jammuladinne Rakesh" userId="9d5a9525fa964932" providerId="LiveId" clId="{69BA5550-77EE-4854-87C5-15929E477D7E}" dt="2022-11-29T05:02:13.167" v="0" actId="47"/>
        <pc:sldMkLst>
          <pc:docMk/>
          <pc:sldMk cId="1383508100" sldId="261"/>
        </pc:sldMkLst>
      </pc:sldChg>
      <pc:sldChg chg="modSp mod">
        <pc:chgData name="Jammuladinne Rakesh" userId="9d5a9525fa964932" providerId="LiveId" clId="{69BA5550-77EE-4854-87C5-15929E477D7E}" dt="2022-11-29T09:14:02.442" v="120" actId="20577"/>
        <pc:sldMkLst>
          <pc:docMk/>
          <pc:sldMk cId="2017449539" sldId="263"/>
        </pc:sldMkLst>
        <pc:spChg chg="mod">
          <ac:chgData name="Jammuladinne Rakesh" userId="9d5a9525fa964932" providerId="LiveId" clId="{69BA5550-77EE-4854-87C5-15929E477D7E}" dt="2022-11-29T09:14:02.442" v="120" actId="20577"/>
          <ac:spMkLst>
            <pc:docMk/>
            <pc:sldMk cId="2017449539" sldId="263"/>
            <ac:spMk id="3" creationId="{F204405F-5F1E-D40B-90C7-71E3DDA45D3E}"/>
          </ac:spMkLst>
        </pc:spChg>
      </pc:sldChg>
      <pc:sldChg chg="del">
        <pc:chgData name="Jammuladinne Rakesh" userId="9d5a9525fa964932" providerId="LiveId" clId="{69BA5550-77EE-4854-87C5-15929E477D7E}" dt="2022-11-29T06:53:04.274" v="1" actId="47"/>
        <pc:sldMkLst>
          <pc:docMk/>
          <pc:sldMk cId="286764929" sldId="27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8F66EA-13FB-4E33-A4EA-24462EC091B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3F34E6-4EF3-4F49-A914-7D0EFF826015}">
      <dgm:prSet/>
      <dgm:spPr/>
      <dgm:t>
        <a:bodyPr/>
        <a:lstStyle/>
        <a:p>
          <a:r>
            <a:rPr lang="en-IN"/>
            <a:t>Proposed System</a:t>
          </a:r>
          <a:endParaRPr lang="en-US"/>
        </a:p>
      </dgm:t>
    </dgm:pt>
    <dgm:pt modelId="{A1EB4A42-983C-4910-A886-DBEE86AF328E}" type="parTrans" cxnId="{687DF79A-6999-4530-89D0-E3638E009B7D}">
      <dgm:prSet/>
      <dgm:spPr/>
      <dgm:t>
        <a:bodyPr/>
        <a:lstStyle/>
        <a:p>
          <a:endParaRPr lang="en-US"/>
        </a:p>
      </dgm:t>
    </dgm:pt>
    <dgm:pt modelId="{1494BA3C-B902-4939-85B4-D0B646435D7C}" type="sibTrans" cxnId="{687DF79A-6999-4530-89D0-E3638E009B7D}">
      <dgm:prSet/>
      <dgm:spPr/>
      <dgm:t>
        <a:bodyPr/>
        <a:lstStyle/>
        <a:p>
          <a:endParaRPr lang="en-US"/>
        </a:p>
      </dgm:t>
    </dgm:pt>
    <dgm:pt modelId="{4F129E88-2CB8-42A9-84C7-284EFE1DEB0F}">
      <dgm:prSet/>
      <dgm:spPr/>
      <dgm:t>
        <a:bodyPr/>
        <a:lstStyle/>
        <a:p>
          <a:r>
            <a:rPr lang="en-IN"/>
            <a:t>Tools Used</a:t>
          </a:r>
          <a:endParaRPr lang="en-US"/>
        </a:p>
      </dgm:t>
    </dgm:pt>
    <dgm:pt modelId="{B4062512-0CFA-4ED5-AED4-EEAD22368760}" type="parTrans" cxnId="{DE4F68E6-3976-4589-BC87-695510851607}">
      <dgm:prSet/>
      <dgm:spPr/>
      <dgm:t>
        <a:bodyPr/>
        <a:lstStyle/>
        <a:p>
          <a:endParaRPr lang="en-US"/>
        </a:p>
      </dgm:t>
    </dgm:pt>
    <dgm:pt modelId="{EEACBBAB-C8C9-4AB9-83A7-AD54AA219D27}" type="sibTrans" cxnId="{DE4F68E6-3976-4589-BC87-695510851607}">
      <dgm:prSet/>
      <dgm:spPr/>
      <dgm:t>
        <a:bodyPr/>
        <a:lstStyle/>
        <a:p>
          <a:endParaRPr lang="en-US"/>
        </a:p>
      </dgm:t>
    </dgm:pt>
    <dgm:pt modelId="{4F280745-FC99-4AE0-94DA-46493AD5F41A}">
      <dgm:prSet/>
      <dgm:spPr/>
      <dgm:t>
        <a:bodyPr/>
        <a:lstStyle/>
        <a:p>
          <a:r>
            <a:rPr lang="en-IN"/>
            <a:t>Modules in Project</a:t>
          </a:r>
          <a:endParaRPr lang="en-US"/>
        </a:p>
      </dgm:t>
    </dgm:pt>
    <dgm:pt modelId="{CAC2B8BF-47D4-48E4-B421-83C4DD975F37}" type="parTrans" cxnId="{5878B99D-8EBD-4C73-B0BC-27EBE7D574E5}">
      <dgm:prSet/>
      <dgm:spPr/>
      <dgm:t>
        <a:bodyPr/>
        <a:lstStyle/>
        <a:p>
          <a:endParaRPr lang="en-US"/>
        </a:p>
      </dgm:t>
    </dgm:pt>
    <dgm:pt modelId="{9472E4CB-8036-46EB-84D3-E07AA20F6D2B}" type="sibTrans" cxnId="{5878B99D-8EBD-4C73-B0BC-27EBE7D574E5}">
      <dgm:prSet/>
      <dgm:spPr/>
      <dgm:t>
        <a:bodyPr/>
        <a:lstStyle/>
        <a:p>
          <a:endParaRPr lang="en-US"/>
        </a:p>
      </dgm:t>
    </dgm:pt>
    <dgm:pt modelId="{FCDCDE6D-574A-43B2-8C2F-0FB3A6EDE3F5}">
      <dgm:prSet/>
      <dgm:spPr/>
      <dgm:t>
        <a:bodyPr/>
        <a:lstStyle/>
        <a:p>
          <a:r>
            <a:rPr lang="en-IN"/>
            <a:t>Project Overview</a:t>
          </a:r>
          <a:endParaRPr lang="en-US"/>
        </a:p>
      </dgm:t>
    </dgm:pt>
    <dgm:pt modelId="{D963E8CD-4BF6-4B20-82FC-48991DE32A0A}" type="parTrans" cxnId="{3681044A-F1AE-43E2-8007-17D235F401B7}">
      <dgm:prSet/>
      <dgm:spPr/>
      <dgm:t>
        <a:bodyPr/>
        <a:lstStyle/>
        <a:p>
          <a:endParaRPr lang="en-US"/>
        </a:p>
      </dgm:t>
    </dgm:pt>
    <dgm:pt modelId="{4214EE15-9278-4E75-B832-FFD392C4C037}" type="sibTrans" cxnId="{3681044A-F1AE-43E2-8007-17D235F401B7}">
      <dgm:prSet/>
      <dgm:spPr/>
      <dgm:t>
        <a:bodyPr/>
        <a:lstStyle/>
        <a:p>
          <a:endParaRPr lang="en-US"/>
        </a:p>
      </dgm:t>
    </dgm:pt>
    <dgm:pt modelId="{926FBF96-2FBD-4C7A-94C7-AEA6159E7709}">
      <dgm:prSet/>
      <dgm:spPr/>
      <dgm:t>
        <a:bodyPr/>
        <a:lstStyle/>
        <a:p>
          <a:r>
            <a:rPr lang="en-IN"/>
            <a:t>Advantages</a:t>
          </a:r>
          <a:endParaRPr lang="en-US"/>
        </a:p>
      </dgm:t>
    </dgm:pt>
    <dgm:pt modelId="{44A59580-4FA0-4AC6-93CC-992F4B5021DD}" type="parTrans" cxnId="{25C3E210-77BD-46E8-8FC7-184BD383D3F9}">
      <dgm:prSet/>
      <dgm:spPr/>
      <dgm:t>
        <a:bodyPr/>
        <a:lstStyle/>
        <a:p>
          <a:endParaRPr lang="en-US"/>
        </a:p>
      </dgm:t>
    </dgm:pt>
    <dgm:pt modelId="{1F037B17-DADA-478D-8139-7B8EEBAA01D7}" type="sibTrans" cxnId="{25C3E210-77BD-46E8-8FC7-184BD383D3F9}">
      <dgm:prSet/>
      <dgm:spPr/>
      <dgm:t>
        <a:bodyPr/>
        <a:lstStyle/>
        <a:p>
          <a:endParaRPr lang="en-US"/>
        </a:p>
      </dgm:t>
    </dgm:pt>
    <dgm:pt modelId="{5B99163D-4579-4B88-AAB8-301FCA4D5FB6}">
      <dgm:prSet/>
      <dgm:spPr/>
      <dgm:t>
        <a:bodyPr/>
        <a:lstStyle/>
        <a:p>
          <a:r>
            <a:rPr lang="en-IN"/>
            <a:t>Limitations</a:t>
          </a:r>
          <a:endParaRPr lang="en-US"/>
        </a:p>
      </dgm:t>
    </dgm:pt>
    <dgm:pt modelId="{D9F79981-589A-4144-AC48-30009BB0D530}" type="parTrans" cxnId="{1498A6C2-EDB9-4D6C-8196-69ECCB9AF845}">
      <dgm:prSet/>
      <dgm:spPr/>
      <dgm:t>
        <a:bodyPr/>
        <a:lstStyle/>
        <a:p>
          <a:endParaRPr lang="en-US"/>
        </a:p>
      </dgm:t>
    </dgm:pt>
    <dgm:pt modelId="{FD72DBA3-9BBD-47BE-A08C-9A54E2051666}" type="sibTrans" cxnId="{1498A6C2-EDB9-4D6C-8196-69ECCB9AF845}">
      <dgm:prSet/>
      <dgm:spPr/>
      <dgm:t>
        <a:bodyPr/>
        <a:lstStyle/>
        <a:p>
          <a:endParaRPr lang="en-US"/>
        </a:p>
      </dgm:t>
    </dgm:pt>
    <dgm:pt modelId="{3C846361-1D82-4F58-8227-0FAF24CF94E5}">
      <dgm:prSet/>
      <dgm:spPr/>
      <dgm:t>
        <a:bodyPr/>
        <a:lstStyle/>
        <a:p>
          <a:r>
            <a:rPr lang="en-IN"/>
            <a:t>Conclusion</a:t>
          </a:r>
          <a:endParaRPr lang="en-US"/>
        </a:p>
      </dgm:t>
    </dgm:pt>
    <dgm:pt modelId="{EEA89EF3-41E7-4292-828D-0ECF02BF4463}" type="parTrans" cxnId="{0DF4AF21-5F9C-4291-80D1-12015348E5FD}">
      <dgm:prSet/>
      <dgm:spPr/>
      <dgm:t>
        <a:bodyPr/>
        <a:lstStyle/>
        <a:p>
          <a:endParaRPr lang="en-US"/>
        </a:p>
      </dgm:t>
    </dgm:pt>
    <dgm:pt modelId="{E8C22802-33F6-4D65-AD3E-4EEF79483D7F}" type="sibTrans" cxnId="{0DF4AF21-5F9C-4291-80D1-12015348E5FD}">
      <dgm:prSet/>
      <dgm:spPr/>
      <dgm:t>
        <a:bodyPr/>
        <a:lstStyle/>
        <a:p>
          <a:endParaRPr lang="en-US"/>
        </a:p>
      </dgm:t>
    </dgm:pt>
    <dgm:pt modelId="{FA983A72-C127-4D61-B486-0D9128ECF1FF}" type="pres">
      <dgm:prSet presAssocID="{DE8F66EA-13FB-4E33-A4EA-24462EC091BD}" presName="linear" presStyleCnt="0">
        <dgm:presLayoutVars>
          <dgm:animLvl val="lvl"/>
          <dgm:resizeHandles val="exact"/>
        </dgm:presLayoutVars>
      </dgm:prSet>
      <dgm:spPr/>
    </dgm:pt>
    <dgm:pt modelId="{168CFE8A-55DE-47EA-ACCC-9AE8CF47CAB2}" type="pres">
      <dgm:prSet presAssocID="{053F34E6-4EF3-4F49-A914-7D0EFF82601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E5F7C1E-4C07-417F-93C1-FC5333D05E16}" type="pres">
      <dgm:prSet presAssocID="{1494BA3C-B902-4939-85B4-D0B646435D7C}" presName="spacer" presStyleCnt="0"/>
      <dgm:spPr/>
    </dgm:pt>
    <dgm:pt modelId="{664FD00E-DF57-469D-AD3D-EB5A10607764}" type="pres">
      <dgm:prSet presAssocID="{4F129E88-2CB8-42A9-84C7-284EFE1DEB0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1808B93-60AC-4727-8E26-A5406EE09313}" type="pres">
      <dgm:prSet presAssocID="{EEACBBAB-C8C9-4AB9-83A7-AD54AA219D27}" presName="spacer" presStyleCnt="0"/>
      <dgm:spPr/>
    </dgm:pt>
    <dgm:pt modelId="{BAD41A0D-E5F1-4B24-AD67-013A804506C2}" type="pres">
      <dgm:prSet presAssocID="{4F280745-FC99-4AE0-94DA-46493AD5F41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8D67DB5-78C5-48D4-B1E5-9052218108BE}" type="pres">
      <dgm:prSet presAssocID="{9472E4CB-8036-46EB-84D3-E07AA20F6D2B}" presName="spacer" presStyleCnt="0"/>
      <dgm:spPr/>
    </dgm:pt>
    <dgm:pt modelId="{8EEA1594-5AF1-42B9-9457-5E082B986A41}" type="pres">
      <dgm:prSet presAssocID="{FCDCDE6D-574A-43B2-8C2F-0FB3A6EDE3F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A8117F2-10B6-4104-9944-6FD71B517A11}" type="pres">
      <dgm:prSet presAssocID="{4214EE15-9278-4E75-B832-FFD392C4C037}" presName="spacer" presStyleCnt="0"/>
      <dgm:spPr/>
    </dgm:pt>
    <dgm:pt modelId="{D6B2FFC7-D250-47A1-84B4-2B6BB7EE2C5A}" type="pres">
      <dgm:prSet presAssocID="{926FBF96-2FBD-4C7A-94C7-AEA6159E770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3CDC6B31-57A0-4558-A058-27F01D01CCB0}" type="pres">
      <dgm:prSet presAssocID="{1F037B17-DADA-478D-8139-7B8EEBAA01D7}" presName="spacer" presStyleCnt="0"/>
      <dgm:spPr/>
    </dgm:pt>
    <dgm:pt modelId="{D87EE60C-AA0B-464D-AA0A-7B359301B7DE}" type="pres">
      <dgm:prSet presAssocID="{5B99163D-4579-4B88-AAB8-301FCA4D5FB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9BDDFEC-4C0A-4D32-A2A7-09D7306FE566}" type="pres">
      <dgm:prSet presAssocID="{FD72DBA3-9BBD-47BE-A08C-9A54E2051666}" presName="spacer" presStyleCnt="0"/>
      <dgm:spPr/>
    </dgm:pt>
    <dgm:pt modelId="{3B0A36C0-8432-4156-97F5-F391B82EFA16}" type="pres">
      <dgm:prSet presAssocID="{3C846361-1D82-4F58-8227-0FAF24CF94E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5C3E210-77BD-46E8-8FC7-184BD383D3F9}" srcId="{DE8F66EA-13FB-4E33-A4EA-24462EC091BD}" destId="{926FBF96-2FBD-4C7A-94C7-AEA6159E7709}" srcOrd="4" destOrd="0" parTransId="{44A59580-4FA0-4AC6-93CC-992F4B5021DD}" sibTransId="{1F037B17-DADA-478D-8139-7B8EEBAA01D7}"/>
    <dgm:cxn modelId="{CB898412-CD98-4874-B7BF-0C6B689D1F66}" type="presOf" srcId="{053F34E6-4EF3-4F49-A914-7D0EFF826015}" destId="{168CFE8A-55DE-47EA-ACCC-9AE8CF47CAB2}" srcOrd="0" destOrd="0" presId="urn:microsoft.com/office/officeart/2005/8/layout/vList2"/>
    <dgm:cxn modelId="{0DF4AF21-5F9C-4291-80D1-12015348E5FD}" srcId="{DE8F66EA-13FB-4E33-A4EA-24462EC091BD}" destId="{3C846361-1D82-4F58-8227-0FAF24CF94E5}" srcOrd="6" destOrd="0" parTransId="{EEA89EF3-41E7-4292-828D-0ECF02BF4463}" sibTransId="{E8C22802-33F6-4D65-AD3E-4EEF79483D7F}"/>
    <dgm:cxn modelId="{9F047261-0C0F-4D65-94B6-D5133E916E5F}" type="presOf" srcId="{4F280745-FC99-4AE0-94DA-46493AD5F41A}" destId="{BAD41A0D-E5F1-4B24-AD67-013A804506C2}" srcOrd="0" destOrd="0" presId="urn:microsoft.com/office/officeart/2005/8/layout/vList2"/>
    <dgm:cxn modelId="{3681044A-F1AE-43E2-8007-17D235F401B7}" srcId="{DE8F66EA-13FB-4E33-A4EA-24462EC091BD}" destId="{FCDCDE6D-574A-43B2-8C2F-0FB3A6EDE3F5}" srcOrd="3" destOrd="0" parTransId="{D963E8CD-4BF6-4B20-82FC-48991DE32A0A}" sibTransId="{4214EE15-9278-4E75-B832-FFD392C4C037}"/>
    <dgm:cxn modelId="{F4CC9077-D4B3-4EFC-A05E-AD2FD271B0A2}" type="presOf" srcId="{DE8F66EA-13FB-4E33-A4EA-24462EC091BD}" destId="{FA983A72-C127-4D61-B486-0D9128ECF1FF}" srcOrd="0" destOrd="0" presId="urn:microsoft.com/office/officeart/2005/8/layout/vList2"/>
    <dgm:cxn modelId="{27A67058-3819-46CA-9293-5E99A11CDB03}" type="presOf" srcId="{5B99163D-4579-4B88-AAB8-301FCA4D5FB6}" destId="{D87EE60C-AA0B-464D-AA0A-7B359301B7DE}" srcOrd="0" destOrd="0" presId="urn:microsoft.com/office/officeart/2005/8/layout/vList2"/>
    <dgm:cxn modelId="{687DF79A-6999-4530-89D0-E3638E009B7D}" srcId="{DE8F66EA-13FB-4E33-A4EA-24462EC091BD}" destId="{053F34E6-4EF3-4F49-A914-7D0EFF826015}" srcOrd="0" destOrd="0" parTransId="{A1EB4A42-983C-4910-A886-DBEE86AF328E}" sibTransId="{1494BA3C-B902-4939-85B4-D0B646435D7C}"/>
    <dgm:cxn modelId="{5878B99D-8EBD-4C73-B0BC-27EBE7D574E5}" srcId="{DE8F66EA-13FB-4E33-A4EA-24462EC091BD}" destId="{4F280745-FC99-4AE0-94DA-46493AD5F41A}" srcOrd="2" destOrd="0" parTransId="{CAC2B8BF-47D4-48E4-B421-83C4DD975F37}" sibTransId="{9472E4CB-8036-46EB-84D3-E07AA20F6D2B}"/>
    <dgm:cxn modelId="{699AD9A0-F51C-417C-85A4-AD3456D52F87}" type="presOf" srcId="{3C846361-1D82-4F58-8227-0FAF24CF94E5}" destId="{3B0A36C0-8432-4156-97F5-F391B82EFA16}" srcOrd="0" destOrd="0" presId="urn:microsoft.com/office/officeart/2005/8/layout/vList2"/>
    <dgm:cxn modelId="{28641FA4-C8D0-41F7-8D9D-C3C4BFC90FF2}" type="presOf" srcId="{4F129E88-2CB8-42A9-84C7-284EFE1DEB0F}" destId="{664FD00E-DF57-469D-AD3D-EB5A10607764}" srcOrd="0" destOrd="0" presId="urn:microsoft.com/office/officeart/2005/8/layout/vList2"/>
    <dgm:cxn modelId="{4D3315A7-F91F-4D0B-8809-C98E3F800CE6}" type="presOf" srcId="{926FBF96-2FBD-4C7A-94C7-AEA6159E7709}" destId="{D6B2FFC7-D250-47A1-84B4-2B6BB7EE2C5A}" srcOrd="0" destOrd="0" presId="urn:microsoft.com/office/officeart/2005/8/layout/vList2"/>
    <dgm:cxn modelId="{1498A6C2-EDB9-4D6C-8196-69ECCB9AF845}" srcId="{DE8F66EA-13FB-4E33-A4EA-24462EC091BD}" destId="{5B99163D-4579-4B88-AAB8-301FCA4D5FB6}" srcOrd="5" destOrd="0" parTransId="{D9F79981-589A-4144-AC48-30009BB0D530}" sibTransId="{FD72DBA3-9BBD-47BE-A08C-9A54E2051666}"/>
    <dgm:cxn modelId="{B5F5BFC9-3848-4743-B9DF-248596CBFD0C}" type="presOf" srcId="{FCDCDE6D-574A-43B2-8C2F-0FB3A6EDE3F5}" destId="{8EEA1594-5AF1-42B9-9457-5E082B986A41}" srcOrd="0" destOrd="0" presId="urn:microsoft.com/office/officeart/2005/8/layout/vList2"/>
    <dgm:cxn modelId="{DE4F68E6-3976-4589-BC87-695510851607}" srcId="{DE8F66EA-13FB-4E33-A4EA-24462EC091BD}" destId="{4F129E88-2CB8-42A9-84C7-284EFE1DEB0F}" srcOrd="1" destOrd="0" parTransId="{B4062512-0CFA-4ED5-AED4-EEAD22368760}" sibTransId="{EEACBBAB-C8C9-4AB9-83A7-AD54AA219D27}"/>
    <dgm:cxn modelId="{DD897450-2D7D-441A-9C36-F3DCF1986E05}" type="presParOf" srcId="{FA983A72-C127-4D61-B486-0D9128ECF1FF}" destId="{168CFE8A-55DE-47EA-ACCC-9AE8CF47CAB2}" srcOrd="0" destOrd="0" presId="urn:microsoft.com/office/officeart/2005/8/layout/vList2"/>
    <dgm:cxn modelId="{079FBA02-B133-4432-85B7-7A01766D4657}" type="presParOf" srcId="{FA983A72-C127-4D61-B486-0D9128ECF1FF}" destId="{BE5F7C1E-4C07-417F-93C1-FC5333D05E16}" srcOrd="1" destOrd="0" presId="urn:microsoft.com/office/officeart/2005/8/layout/vList2"/>
    <dgm:cxn modelId="{130AC015-7A53-40C4-A0DD-9C3DEEAC354F}" type="presParOf" srcId="{FA983A72-C127-4D61-B486-0D9128ECF1FF}" destId="{664FD00E-DF57-469D-AD3D-EB5A10607764}" srcOrd="2" destOrd="0" presId="urn:microsoft.com/office/officeart/2005/8/layout/vList2"/>
    <dgm:cxn modelId="{420BD76E-6D7B-49E5-9D6C-D6D7C2283886}" type="presParOf" srcId="{FA983A72-C127-4D61-B486-0D9128ECF1FF}" destId="{F1808B93-60AC-4727-8E26-A5406EE09313}" srcOrd="3" destOrd="0" presId="urn:microsoft.com/office/officeart/2005/8/layout/vList2"/>
    <dgm:cxn modelId="{2A5DBF9F-7196-43B5-8F3D-AEA793360917}" type="presParOf" srcId="{FA983A72-C127-4D61-B486-0D9128ECF1FF}" destId="{BAD41A0D-E5F1-4B24-AD67-013A804506C2}" srcOrd="4" destOrd="0" presId="urn:microsoft.com/office/officeart/2005/8/layout/vList2"/>
    <dgm:cxn modelId="{F57A17DC-C6DF-442A-9B39-6B69A90263F1}" type="presParOf" srcId="{FA983A72-C127-4D61-B486-0D9128ECF1FF}" destId="{58D67DB5-78C5-48D4-B1E5-9052218108BE}" srcOrd="5" destOrd="0" presId="urn:microsoft.com/office/officeart/2005/8/layout/vList2"/>
    <dgm:cxn modelId="{05EEA900-2305-41DB-A323-780D82C4D56D}" type="presParOf" srcId="{FA983A72-C127-4D61-B486-0D9128ECF1FF}" destId="{8EEA1594-5AF1-42B9-9457-5E082B986A41}" srcOrd="6" destOrd="0" presId="urn:microsoft.com/office/officeart/2005/8/layout/vList2"/>
    <dgm:cxn modelId="{423F6526-4E2F-44AC-8ED6-0895EA3F5911}" type="presParOf" srcId="{FA983A72-C127-4D61-B486-0D9128ECF1FF}" destId="{7A8117F2-10B6-4104-9944-6FD71B517A11}" srcOrd="7" destOrd="0" presId="urn:microsoft.com/office/officeart/2005/8/layout/vList2"/>
    <dgm:cxn modelId="{A4573A20-9D60-4BDB-9977-F2DE46A7B122}" type="presParOf" srcId="{FA983A72-C127-4D61-B486-0D9128ECF1FF}" destId="{D6B2FFC7-D250-47A1-84B4-2B6BB7EE2C5A}" srcOrd="8" destOrd="0" presId="urn:microsoft.com/office/officeart/2005/8/layout/vList2"/>
    <dgm:cxn modelId="{9BBA6024-9204-4B1B-8FD2-055FC1A22C73}" type="presParOf" srcId="{FA983A72-C127-4D61-B486-0D9128ECF1FF}" destId="{3CDC6B31-57A0-4558-A058-27F01D01CCB0}" srcOrd="9" destOrd="0" presId="urn:microsoft.com/office/officeart/2005/8/layout/vList2"/>
    <dgm:cxn modelId="{D0E4764A-4AC8-4088-AF88-5ED8DE91499F}" type="presParOf" srcId="{FA983A72-C127-4D61-B486-0D9128ECF1FF}" destId="{D87EE60C-AA0B-464D-AA0A-7B359301B7DE}" srcOrd="10" destOrd="0" presId="urn:microsoft.com/office/officeart/2005/8/layout/vList2"/>
    <dgm:cxn modelId="{C2B7005A-9F89-4C8E-B8CB-7A4A7431639D}" type="presParOf" srcId="{FA983A72-C127-4D61-B486-0D9128ECF1FF}" destId="{89BDDFEC-4C0A-4D32-A2A7-09D7306FE566}" srcOrd="11" destOrd="0" presId="urn:microsoft.com/office/officeart/2005/8/layout/vList2"/>
    <dgm:cxn modelId="{FBB9764F-3762-4108-B1B1-A742AFA4C2DB}" type="presParOf" srcId="{FA983A72-C127-4D61-B486-0D9128ECF1FF}" destId="{3B0A36C0-8432-4156-97F5-F391B82EFA1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71EC6F-CD69-40C3-A5CE-05234425325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8E02477-C847-4999-81E6-CBA8D1E26706}">
      <dgm:prSet/>
      <dgm:spPr/>
      <dgm:t>
        <a:bodyPr/>
        <a:lstStyle/>
        <a:p>
          <a:r>
            <a:rPr lang="en-IN" b="0" i="0"/>
            <a:t>Welcome Component</a:t>
          </a:r>
          <a:endParaRPr lang="en-US"/>
        </a:p>
      </dgm:t>
    </dgm:pt>
    <dgm:pt modelId="{3AE1FBDD-B5C0-433A-84A8-882018C2F3DC}" type="parTrans" cxnId="{F026DBE5-6C64-43BE-A773-DAA9B2797CD1}">
      <dgm:prSet/>
      <dgm:spPr/>
      <dgm:t>
        <a:bodyPr/>
        <a:lstStyle/>
        <a:p>
          <a:endParaRPr lang="en-US"/>
        </a:p>
      </dgm:t>
    </dgm:pt>
    <dgm:pt modelId="{D40DCB5D-8C4A-4DDD-AF03-CD0AEFC48E29}" type="sibTrans" cxnId="{F026DBE5-6C64-43BE-A773-DAA9B2797CD1}">
      <dgm:prSet/>
      <dgm:spPr/>
      <dgm:t>
        <a:bodyPr/>
        <a:lstStyle/>
        <a:p>
          <a:endParaRPr lang="en-US"/>
        </a:p>
      </dgm:t>
    </dgm:pt>
    <dgm:pt modelId="{65AD5641-CF60-4AA5-9E32-A1A55C3BED18}">
      <dgm:prSet/>
      <dgm:spPr/>
      <dgm:t>
        <a:bodyPr/>
        <a:lstStyle/>
        <a:p>
          <a:r>
            <a:rPr lang="en-IN" b="0" i="0"/>
            <a:t>Repeat Component(Home Component)</a:t>
          </a:r>
          <a:endParaRPr lang="en-US"/>
        </a:p>
      </dgm:t>
    </dgm:pt>
    <dgm:pt modelId="{1492442D-E7A1-49CD-B2C3-B3F855577B4E}" type="parTrans" cxnId="{C8F0F5F6-D3DE-43EB-87F6-62B0BC5096FF}">
      <dgm:prSet/>
      <dgm:spPr/>
      <dgm:t>
        <a:bodyPr/>
        <a:lstStyle/>
        <a:p>
          <a:endParaRPr lang="en-US"/>
        </a:p>
      </dgm:t>
    </dgm:pt>
    <dgm:pt modelId="{94723F12-A6AA-4C0D-A68E-F2E405B1282B}" type="sibTrans" cxnId="{C8F0F5F6-D3DE-43EB-87F6-62B0BC5096FF}">
      <dgm:prSet/>
      <dgm:spPr/>
      <dgm:t>
        <a:bodyPr/>
        <a:lstStyle/>
        <a:p>
          <a:endParaRPr lang="en-US"/>
        </a:p>
      </dgm:t>
    </dgm:pt>
    <dgm:pt modelId="{085EC329-DC36-4BF2-9D70-996B170C2317}">
      <dgm:prSet/>
      <dgm:spPr/>
      <dgm:t>
        <a:bodyPr/>
        <a:lstStyle/>
        <a:p>
          <a:r>
            <a:rPr lang="en-IN" b="0" i="0"/>
            <a:t>Registration Component</a:t>
          </a:r>
          <a:endParaRPr lang="en-US"/>
        </a:p>
      </dgm:t>
    </dgm:pt>
    <dgm:pt modelId="{8B41B627-D191-4C45-87AA-E40A01189D00}" type="parTrans" cxnId="{85446789-744F-4D9B-A80D-9118AE5B5168}">
      <dgm:prSet/>
      <dgm:spPr/>
      <dgm:t>
        <a:bodyPr/>
        <a:lstStyle/>
        <a:p>
          <a:endParaRPr lang="en-US"/>
        </a:p>
      </dgm:t>
    </dgm:pt>
    <dgm:pt modelId="{83DDDDF9-F4F8-4F7D-91F1-47BDB8B9907E}" type="sibTrans" cxnId="{85446789-744F-4D9B-A80D-9118AE5B5168}">
      <dgm:prSet/>
      <dgm:spPr/>
      <dgm:t>
        <a:bodyPr/>
        <a:lstStyle/>
        <a:p>
          <a:endParaRPr lang="en-US"/>
        </a:p>
      </dgm:t>
    </dgm:pt>
    <dgm:pt modelId="{1A4CA735-308F-4785-8620-34483983A490}">
      <dgm:prSet/>
      <dgm:spPr/>
      <dgm:t>
        <a:bodyPr/>
        <a:lstStyle/>
        <a:p>
          <a:r>
            <a:rPr lang="en-IN" b="0" i="0"/>
            <a:t>Login Component</a:t>
          </a:r>
          <a:endParaRPr lang="en-US"/>
        </a:p>
      </dgm:t>
    </dgm:pt>
    <dgm:pt modelId="{FFE3B795-DD3D-4CC6-8110-078954E282DA}" type="parTrans" cxnId="{D9B60E91-798E-4838-8813-6D788FF3C892}">
      <dgm:prSet/>
      <dgm:spPr/>
      <dgm:t>
        <a:bodyPr/>
        <a:lstStyle/>
        <a:p>
          <a:endParaRPr lang="en-US"/>
        </a:p>
      </dgm:t>
    </dgm:pt>
    <dgm:pt modelId="{89D2D757-0FD8-4F62-81B4-C6FB2932FB8A}" type="sibTrans" cxnId="{D9B60E91-798E-4838-8813-6D788FF3C892}">
      <dgm:prSet/>
      <dgm:spPr/>
      <dgm:t>
        <a:bodyPr/>
        <a:lstStyle/>
        <a:p>
          <a:endParaRPr lang="en-US"/>
        </a:p>
      </dgm:t>
    </dgm:pt>
    <dgm:pt modelId="{13A70F93-C7D0-49C0-ADCC-FEA7596C3E15}">
      <dgm:prSet/>
      <dgm:spPr/>
      <dgm:t>
        <a:bodyPr/>
        <a:lstStyle/>
        <a:p>
          <a:r>
            <a:rPr lang="en-IN" b="0" i="0"/>
            <a:t>Product Component</a:t>
          </a:r>
          <a:endParaRPr lang="en-US"/>
        </a:p>
      </dgm:t>
    </dgm:pt>
    <dgm:pt modelId="{8B7D626F-9E55-41D7-8F2D-5820430DF0A8}" type="parTrans" cxnId="{EBC3C3C7-8CA1-4E66-A974-29BEA68EB841}">
      <dgm:prSet/>
      <dgm:spPr/>
      <dgm:t>
        <a:bodyPr/>
        <a:lstStyle/>
        <a:p>
          <a:endParaRPr lang="en-US"/>
        </a:p>
      </dgm:t>
    </dgm:pt>
    <dgm:pt modelId="{67CDF082-F6A9-4CD3-AD52-C97AD8E6313C}" type="sibTrans" cxnId="{EBC3C3C7-8CA1-4E66-A974-29BEA68EB841}">
      <dgm:prSet/>
      <dgm:spPr/>
      <dgm:t>
        <a:bodyPr/>
        <a:lstStyle/>
        <a:p>
          <a:endParaRPr lang="en-US"/>
        </a:p>
      </dgm:t>
    </dgm:pt>
    <dgm:pt modelId="{C53A5503-3F2B-4033-A82A-EB04CC7A220C}">
      <dgm:prSet/>
      <dgm:spPr/>
      <dgm:t>
        <a:bodyPr/>
        <a:lstStyle/>
        <a:p>
          <a:r>
            <a:rPr lang="en-IN" b="0" i="0"/>
            <a:t>Add Product Component</a:t>
          </a:r>
          <a:endParaRPr lang="en-US"/>
        </a:p>
      </dgm:t>
    </dgm:pt>
    <dgm:pt modelId="{B88AD8DD-F412-4F7D-9D68-4936143F9FB2}" type="parTrans" cxnId="{CCB6581D-95A1-4066-A08A-94E2D6F9EE01}">
      <dgm:prSet/>
      <dgm:spPr/>
      <dgm:t>
        <a:bodyPr/>
        <a:lstStyle/>
        <a:p>
          <a:endParaRPr lang="en-US"/>
        </a:p>
      </dgm:t>
    </dgm:pt>
    <dgm:pt modelId="{41223C59-A994-463C-BF10-1A2B5FAE23EE}" type="sibTrans" cxnId="{CCB6581D-95A1-4066-A08A-94E2D6F9EE01}">
      <dgm:prSet/>
      <dgm:spPr/>
      <dgm:t>
        <a:bodyPr/>
        <a:lstStyle/>
        <a:p>
          <a:endParaRPr lang="en-US"/>
        </a:p>
      </dgm:t>
    </dgm:pt>
    <dgm:pt modelId="{3B18134F-F181-4A05-B1EA-D3136C58A868}">
      <dgm:prSet/>
      <dgm:spPr/>
      <dgm:t>
        <a:bodyPr/>
        <a:lstStyle/>
        <a:p>
          <a:r>
            <a:rPr lang="en-IN" b="0" i="0"/>
            <a:t>User Product List Component</a:t>
          </a:r>
          <a:endParaRPr lang="en-US"/>
        </a:p>
      </dgm:t>
    </dgm:pt>
    <dgm:pt modelId="{A77843A9-97EA-4B87-A657-AAD01051C6D7}" type="parTrans" cxnId="{5BDECA83-185A-4F0C-8042-11F5310FE162}">
      <dgm:prSet/>
      <dgm:spPr/>
      <dgm:t>
        <a:bodyPr/>
        <a:lstStyle/>
        <a:p>
          <a:endParaRPr lang="en-US"/>
        </a:p>
      </dgm:t>
    </dgm:pt>
    <dgm:pt modelId="{92CC25FE-3426-416E-8041-145305AD3C7D}" type="sibTrans" cxnId="{5BDECA83-185A-4F0C-8042-11F5310FE162}">
      <dgm:prSet/>
      <dgm:spPr/>
      <dgm:t>
        <a:bodyPr/>
        <a:lstStyle/>
        <a:p>
          <a:endParaRPr lang="en-US"/>
        </a:p>
      </dgm:t>
    </dgm:pt>
    <dgm:pt modelId="{11436650-F334-4DDF-9B6C-882400A35D2B}">
      <dgm:prSet/>
      <dgm:spPr/>
      <dgm:t>
        <a:bodyPr/>
        <a:lstStyle/>
        <a:p>
          <a:r>
            <a:rPr lang="en-IN" b="0" i="0"/>
            <a:t>Add To Cart Component</a:t>
          </a:r>
          <a:endParaRPr lang="en-US"/>
        </a:p>
      </dgm:t>
    </dgm:pt>
    <dgm:pt modelId="{8E3FD46C-DC43-4CFE-8410-C214FD2E4D5D}" type="parTrans" cxnId="{5D959182-5C91-4CE1-8B11-DCF8A3051BEF}">
      <dgm:prSet/>
      <dgm:spPr/>
      <dgm:t>
        <a:bodyPr/>
        <a:lstStyle/>
        <a:p>
          <a:endParaRPr lang="en-US"/>
        </a:p>
      </dgm:t>
    </dgm:pt>
    <dgm:pt modelId="{9FE4E9A4-754A-43B1-B0E8-1DB55DA29DC8}" type="sibTrans" cxnId="{5D959182-5C91-4CE1-8B11-DCF8A3051BEF}">
      <dgm:prSet/>
      <dgm:spPr/>
      <dgm:t>
        <a:bodyPr/>
        <a:lstStyle/>
        <a:p>
          <a:endParaRPr lang="en-US"/>
        </a:p>
      </dgm:t>
    </dgm:pt>
    <dgm:pt modelId="{BC175203-301F-4126-B266-C776CD76B1A1}">
      <dgm:prSet/>
      <dgm:spPr/>
      <dgm:t>
        <a:bodyPr/>
        <a:lstStyle/>
        <a:p>
          <a:r>
            <a:rPr lang="en-IN" b="0" i="0"/>
            <a:t>Buy Now Component</a:t>
          </a:r>
          <a:endParaRPr lang="en-US"/>
        </a:p>
      </dgm:t>
    </dgm:pt>
    <dgm:pt modelId="{EDC69FE6-77F2-4DA9-8FCA-3FEA2CF2B137}" type="parTrans" cxnId="{A7FD4816-1F76-43FC-A774-0BB455367EAC}">
      <dgm:prSet/>
      <dgm:spPr/>
      <dgm:t>
        <a:bodyPr/>
        <a:lstStyle/>
        <a:p>
          <a:endParaRPr lang="en-US"/>
        </a:p>
      </dgm:t>
    </dgm:pt>
    <dgm:pt modelId="{3ADBAA8D-997B-43F3-BDEB-A5166D41A33D}" type="sibTrans" cxnId="{A7FD4816-1F76-43FC-A774-0BB455367EAC}">
      <dgm:prSet/>
      <dgm:spPr/>
      <dgm:t>
        <a:bodyPr/>
        <a:lstStyle/>
        <a:p>
          <a:endParaRPr lang="en-US"/>
        </a:p>
      </dgm:t>
    </dgm:pt>
    <dgm:pt modelId="{E9D189E5-94AB-4417-913C-8C175AC68766}">
      <dgm:prSet/>
      <dgm:spPr/>
      <dgm:t>
        <a:bodyPr/>
        <a:lstStyle/>
        <a:p>
          <a:r>
            <a:rPr lang="en-IN" b="0" i="0"/>
            <a:t>Payment Component</a:t>
          </a:r>
          <a:endParaRPr lang="en-US"/>
        </a:p>
      </dgm:t>
    </dgm:pt>
    <dgm:pt modelId="{3BB85D15-94C2-44F0-A58F-6DC48A5F46BB}" type="parTrans" cxnId="{199BEF83-D92C-43EE-B958-1DCBB6B629BA}">
      <dgm:prSet/>
      <dgm:spPr/>
      <dgm:t>
        <a:bodyPr/>
        <a:lstStyle/>
        <a:p>
          <a:endParaRPr lang="en-US"/>
        </a:p>
      </dgm:t>
    </dgm:pt>
    <dgm:pt modelId="{5D0F0C43-E2DD-4D9D-A885-1CC5C5BCF78F}" type="sibTrans" cxnId="{199BEF83-D92C-43EE-B958-1DCBB6B629BA}">
      <dgm:prSet/>
      <dgm:spPr/>
      <dgm:t>
        <a:bodyPr/>
        <a:lstStyle/>
        <a:p>
          <a:endParaRPr lang="en-US"/>
        </a:p>
      </dgm:t>
    </dgm:pt>
    <dgm:pt modelId="{FFA04385-A43F-4525-9B90-856FC20C4853}" type="pres">
      <dgm:prSet presAssocID="{0171EC6F-CD69-40C3-A5CE-05234425325C}" presName="linear" presStyleCnt="0">
        <dgm:presLayoutVars>
          <dgm:animLvl val="lvl"/>
          <dgm:resizeHandles val="exact"/>
        </dgm:presLayoutVars>
      </dgm:prSet>
      <dgm:spPr/>
    </dgm:pt>
    <dgm:pt modelId="{5E5C58BA-5788-4134-8048-DA38D76F21A3}" type="pres">
      <dgm:prSet presAssocID="{A8E02477-C847-4999-81E6-CBA8D1E26706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42F6DE9B-7813-45A5-8C65-86394726D285}" type="pres">
      <dgm:prSet presAssocID="{D40DCB5D-8C4A-4DDD-AF03-CD0AEFC48E29}" presName="spacer" presStyleCnt="0"/>
      <dgm:spPr/>
    </dgm:pt>
    <dgm:pt modelId="{FA36A7EB-B7D6-4CB5-9755-8EE81E88CCD8}" type="pres">
      <dgm:prSet presAssocID="{65AD5641-CF60-4AA5-9E32-A1A55C3BED18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0A2A6E55-194A-44B5-9A5C-2747B8256C57}" type="pres">
      <dgm:prSet presAssocID="{94723F12-A6AA-4C0D-A68E-F2E405B1282B}" presName="spacer" presStyleCnt="0"/>
      <dgm:spPr/>
    </dgm:pt>
    <dgm:pt modelId="{851338EB-B9FF-4413-981E-15D20D6DD6E3}" type="pres">
      <dgm:prSet presAssocID="{085EC329-DC36-4BF2-9D70-996B170C2317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525F077D-B59F-4764-AAFA-8276060FDB4C}" type="pres">
      <dgm:prSet presAssocID="{83DDDDF9-F4F8-4F7D-91F1-47BDB8B9907E}" presName="spacer" presStyleCnt="0"/>
      <dgm:spPr/>
    </dgm:pt>
    <dgm:pt modelId="{F52247C4-D0D5-4487-BED0-467F7C398D12}" type="pres">
      <dgm:prSet presAssocID="{1A4CA735-308F-4785-8620-34483983A490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9AADFA13-A409-44E5-B04D-BC30B4CE8496}" type="pres">
      <dgm:prSet presAssocID="{89D2D757-0FD8-4F62-81B4-C6FB2932FB8A}" presName="spacer" presStyleCnt="0"/>
      <dgm:spPr/>
    </dgm:pt>
    <dgm:pt modelId="{93532147-3882-4FA0-B816-9038716389B8}" type="pres">
      <dgm:prSet presAssocID="{13A70F93-C7D0-49C0-ADCC-FEA7596C3E15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774AB9BF-9E1A-434D-A69C-30AF346314F9}" type="pres">
      <dgm:prSet presAssocID="{67CDF082-F6A9-4CD3-AD52-C97AD8E6313C}" presName="spacer" presStyleCnt="0"/>
      <dgm:spPr/>
    </dgm:pt>
    <dgm:pt modelId="{37F0BDE3-ECDA-49B6-A71A-B6847BE3F315}" type="pres">
      <dgm:prSet presAssocID="{C53A5503-3F2B-4033-A82A-EB04CC7A220C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8EB0D7E1-C2CC-461C-BC74-0467D8AA7C96}" type="pres">
      <dgm:prSet presAssocID="{41223C59-A994-463C-BF10-1A2B5FAE23EE}" presName="spacer" presStyleCnt="0"/>
      <dgm:spPr/>
    </dgm:pt>
    <dgm:pt modelId="{C4C30803-0DA9-4F3A-97CC-A1213FE760F9}" type="pres">
      <dgm:prSet presAssocID="{3B18134F-F181-4A05-B1EA-D3136C58A868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FB58F764-A85B-4689-BEC2-6FE21DAB28F5}" type="pres">
      <dgm:prSet presAssocID="{92CC25FE-3426-416E-8041-145305AD3C7D}" presName="spacer" presStyleCnt="0"/>
      <dgm:spPr/>
    </dgm:pt>
    <dgm:pt modelId="{2D7AA74F-7500-45FD-87D0-AF55602D067C}" type="pres">
      <dgm:prSet presAssocID="{11436650-F334-4DDF-9B6C-882400A35D2B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9E9F645B-3150-4446-AD23-4263D7FC1A03}" type="pres">
      <dgm:prSet presAssocID="{9FE4E9A4-754A-43B1-B0E8-1DB55DA29DC8}" presName="spacer" presStyleCnt="0"/>
      <dgm:spPr/>
    </dgm:pt>
    <dgm:pt modelId="{4EBBB18A-FC5D-443D-997B-68901E098EBE}" type="pres">
      <dgm:prSet presAssocID="{BC175203-301F-4126-B266-C776CD76B1A1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3D62275C-8908-4DB8-95D2-9673AB8E85BC}" type="pres">
      <dgm:prSet presAssocID="{3ADBAA8D-997B-43F3-BDEB-A5166D41A33D}" presName="spacer" presStyleCnt="0"/>
      <dgm:spPr/>
    </dgm:pt>
    <dgm:pt modelId="{A017D3E7-5B76-45B2-B39B-0179A67F1E18}" type="pres">
      <dgm:prSet presAssocID="{E9D189E5-94AB-4417-913C-8C175AC68766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C8CA4013-9FDC-461D-8300-3878ABD2F50D}" type="presOf" srcId="{0171EC6F-CD69-40C3-A5CE-05234425325C}" destId="{FFA04385-A43F-4525-9B90-856FC20C4853}" srcOrd="0" destOrd="0" presId="urn:microsoft.com/office/officeart/2005/8/layout/vList2"/>
    <dgm:cxn modelId="{A7FD4816-1F76-43FC-A774-0BB455367EAC}" srcId="{0171EC6F-CD69-40C3-A5CE-05234425325C}" destId="{BC175203-301F-4126-B266-C776CD76B1A1}" srcOrd="8" destOrd="0" parTransId="{EDC69FE6-77F2-4DA9-8FCA-3FEA2CF2B137}" sibTransId="{3ADBAA8D-997B-43F3-BDEB-A5166D41A33D}"/>
    <dgm:cxn modelId="{CCB6581D-95A1-4066-A08A-94E2D6F9EE01}" srcId="{0171EC6F-CD69-40C3-A5CE-05234425325C}" destId="{C53A5503-3F2B-4033-A82A-EB04CC7A220C}" srcOrd="5" destOrd="0" parTransId="{B88AD8DD-F412-4F7D-9D68-4936143F9FB2}" sibTransId="{41223C59-A994-463C-BF10-1A2B5FAE23EE}"/>
    <dgm:cxn modelId="{3F8CB126-2E19-43EF-BA46-72092CB72C07}" type="presOf" srcId="{A8E02477-C847-4999-81E6-CBA8D1E26706}" destId="{5E5C58BA-5788-4134-8048-DA38D76F21A3}" srcOrd="0" destOrd="0" presId="urn:microsoft.com/office/officeart/2005/8/layout/vList2"/>
    <dgm:cxn modelId="{10091F27-F12D-4765-9CCE-0377DE53559B}" type="presOf" srcId="{1A4CA735-308F-4785-8620-34483983A490}" destId="{F52247C4-D0D5-4487-BED0-467F7C398D12}" srcOrd="0" destOrd="0" presId="urn:microsoft.com/office/officeart/2005/8/layout/vList2"/>
    <dgm:cxn modelId="{05691930-3C5C-43D9-BD80-E22BC82C8CC7}" type="presOf" srcId="{65AD5641-CF60-4AA5-9E32-A1A55C3BED18}" destId="{FA36A7EB-B7D6-4CB5-9755-8EE81E88CCD8}" srcOrd="0" destOrd="0" presId="urn:microsoft.com/office/officeart/2005/8/layout/vList2"/>
    <dgm:cxn modelId="{FC38033E-C287-4DBA-BD79-E6B4699E3FAD}" type="presOf" srcId="{11436650-F334-4DDF-9B6C-882400A35D2B}" destId="{2D7AA74F-7500-45FD-87D0-AF55602D067C}" srcOrd="0" destOrd="0" presId="urn:microsoft.com/office/officeart/2005/8/layout/vList2"/>
    <dgm:cxn modelId="{C982035E-D288-475D-AD8B-AF0FA8F256D3}" type="presOf" srcId="{085EC329-DC36-4BF2-9D70-996B170C2317}" destId="{851338EB-B9FF-4413-981E-15D20D6DD6E3}" srcOrd="0" destOrd="0" presId="urn:microsoft.com/office/officeart/2005/8/layout/vList2"/>
    <dgm:cxn modelId="{7C48E24F-6612-4A72-8766-1F089DED78A6}" type="presOf" srcId="{3B18134F-F181-4A05-B1EA-D3136C58A868}" destId="{C4C30803-0DA9-4F3A-97CC-A1213FE760F9}" srcOrd="0" destOrd="0" presId="urn:microsoft.com/office/officeart/2005/8/layout/vList2"/>
    <dgm:cxn modelId="{14AF3271-34C8-41DB-B13A-B244A8441679}" type="presOf" srcId="{E9D189E5-94AB-4417-913C-8C175AC68766}" destId="{A017D3E7-5B76-45B2-B39B-0179A67F1E18}" srcOrd="0" destOrd="0" presId="urn:microsoft.com/office/officeart/2005/8/layout/vList2"/>
    <dgm:cxn modelId="{5D959182-5C91-4CE1-8B11-DCF8A3051BEF}" srcId="{0171EC6F-CD69-40C3-A5CE-05234425325C}" destId="{11436650-F334-4DDF-9B6C-882400A35D2B}" srcOrd="7" destOrd="0" parTransId="{8E3FD46C-DC43-4CFE-8410-C214FD2E4D5D}" sibTransId="{9FE4E9A4-754A-43B1-B0E8-1DB55DA29DC8}"/>
    <dgm:cxn modelId="{5BDECA83-185A-4F0C-8042-11F5310FE162}" srcId="{0171EC6F-CD69-40C3-A5CE-05234425325C}" destId="{3B18134F-F181-4A05-B1EA-D3136C58A868}" srcOrd="6" destOrd="0" parTransId="{A77843A9-97EA-4B87-A657-AAD01051C6D7}" sibTransId="{92CC25FE-3426-416E-8041-145305AD3C7D}"/>
    <dgm:cxn modelId="{199BEF83-D92C-43EE-B958-1DCBB6B629BA}" srcId="{0171EC6F-CD69-40C3-A5CE-05234425325C}" destId="{E9D189E5-94AB-4417-913C-8C175AC68766}" srcOrd="9" destOrd="0" parTransId="{3BB85D15-94C2-44F0-A58F-6DC48A5F46BB}" sibTransId="{5D0F0C43-E2DD-4D9D-A885-1CC5C5BCF78F}"/>
    <dgm:cxn modelId="{85446789-744F-4D9B-A80D-9118AE5B5168}" srcId="{0171EC6F-CD69-40C3-A5CE-05234425325C}" destId="{085EC329-DC36-4BF2-9D70-996B170C2317}" srcOrd="2" destOrd="0" parTransId="{8B41B627-D191-4C45-87AA-E40A01189D00}" sibTransId="{83DDDDF9-F4F8-4F7D-91F1-47BDB8B9907E}"/>
    <dgm:cxn modelId="{D9B60E91-798E-4838-8813-6D788FF3C892}" srcId="{0171EC6F-CD69-40C3-A5CE-05234425325C}" destId="{1A4CA735-308F-4785-8620-34483983A490}" srcOrd="3" destOrd="0" parTransId="{FFE3B795-DD3D-4CC6-8110-078954E282DA}" sibTransId="{89D2D757-0FD8-4F62-81B4-C6FB2932FB8A}"/>
    <dgm:cxn modelId="{5F26C69D-B54F-4566-ACC2-DE802980CFBB}" type="presOf" srcId="{13A70F93-C7D0-49C0-ADCC-FEA7596C3E15}" destId="{93532147-3882-4FA0-B816-9038716389B8}" srcOrd="0" destOrd="0" presId="urn:microsoft.com/office/officeart/2005/8/layout/vList2"/>
    <dgm:cxn modelId="{D7D6969E-955B-4E2A-9715-9DD599321D85}" type="presOf" srcId="{BC175203-301F-4126-B266-C776CD76B1A1}" destId="{4EBBB18A-FC5D-443D-997B-68901E098EBE}" srcOrd="0" destOrd="0" presId="urn:microsoft.com/office/officeart/2005/8/layout/vList2"/>
    <dgm:cxn modelId="{94CB26B3-B990-4477-8B8D-C9082ABB81FB}" type="presOf" srcId="{C53A5503-3F2B-4033-A82A-EB04CC7A220C}" destId="{37F0BDE3-ECDA-49B6-A71A-B6847BE3F315}" srcOrd="0" destOrd="0" presId="urn:microsoft.com/office/officeart/2005/8/layout/vList2"/>
    <dgm:cxn modelId="{EBC3C3C7-8CA1-4E66-A974-29BEA68EB841}" srcId="{0171EC6F-CD69-40C3-A5CE-05234425325C}" destId="{13A70F93-C7D0-49C0-ADCC-FEA7596C3E15}" srcOrd="4" destOrd="0" parTransId="{8B7D626F-9E55-41D7-8F2D-5820430DF0A8}" sibTransId="{67CDF082-F6A9-4CD3-AD52-C97AD8E6313C}"/>
    <dgm:cxn modelId="{F026DBE5-6C64-43BE-A773-DAA9B2797CD1}" srcId="{0171EC6F-CD69-40C3-A5CE-05234425325C}" destId="{A8E02477-C847-4999-81E6-CBA8D1E26706}" srcOrd="0" destOrd="0" parTransId="{3AE1FBDD-B5C0-433A-84A8-882018C2F3DC}" sibTransId="{D40DCB5D-8C4A-4DDD-AF03-CD0AEFC48E29}"/>
    <dgm:cxn modelId="{C8F0F5F6-D3DE-43EB-87F6-62B0BC5096FF}" srcId="{0171EC6F-CD69-40C3-A5CE-05234425325C}" destId="{65AD5641-CF60-4AA5-9E32-A1A55C3BED18}" srcOrd="1" destOrd="0" parTransId="{1492442D-E7A1-49CD-B2C3-B3F855577B4E}" sibTransId="{94723F12-A6AA-4C0D-A68E-F2E405B1282B}"/>
    <dgm:cxn modelId="{BE61789E-D463-4B2F-BDE1-86A8D1E7ED4B}" type="presParOf" srcId="{FFA04385-A43F-4525-9B90-856FC20C4853}" destId="{5E5C58BA-5788-4134-8048-DA38D76F21A3}" srcOrd="0" destOrd="0" presId="urn:microsoft.com/office/officeart/2005/8/layout/vList2"/>
    <dgm:cxn modelId="{E35709B3-67FA-4A18-97BD-7F87CECB9E75}" type="presParOf" srcId="{FFA04385-A43F-4525-9B90-856FC20C4853}" destId="{42F6DE9B-7813-45A5-8C65-86394726D285}" srcOrd="1" destOrd="0" presId="urn:microsoft.com/office/officeart/2005/8/layout/vList2"/>
    <dgm:cxn modelId="{05719AEC-5520-4C32-9236-2C10D063D5F3}" type="presParOf" srcId="{FFA04385-A43F-4525-9B90-856FC20C4853}" destId="{FA36A7EB-B7D6-4CB5-9755-8EE81E88CCD8}" srcOrd="2" destOrd="0" presId="urn:microsoft.com/office/officeart/2005/8/layout/vList2"/>
    <dgm:cxn modelId="{9211ED6C-E768-4FC0-83EC-852DCC5C83E9}" type="presParOf" srcId="{FFA04385-A43F-4525-9B90-856FC20C4853}" destId="{0A2A6E55-194A-44B5-9A5C-2747B8256C57}" srcOrd="3" destOrd="0" presId="urn:microsoft.com/office/officeart/2005/8/layout/vList2"/>
    <dgm:cxn modelId="{A92B8500-48A8-40C8-A70D-9851ECAD12DE}" type="presParOf" srcId="{FFA04385-A43F-4525-9B90-856FC20C4853}" destId="{851338EB-B9FF-4413-981E-15D20D6DD6E3}" srcOrd="4" destOrd="0" presId="urn:microsoft.com/office/officeart/2005/8/layout/vList2"/>
    <dgm:cxn modelId="{1C626280-1EDB-4369-AF68-1C9F73621502}" type="presParOf" srcId="{FFA04385-A43F-4525-9B90-856FC20C4853}" destId="{525F077D-B59F-4764-AAFA-8276060FDB4C}" srcOrd="5" destOrd="0" presId="urn:microsoft.com/office/officeart/2005/8/layout/vList2"/>
    <dgm:cxn modelId="{71E959FE-1BAB-4ECA-9957-C809405C6666}" type="presParOf" srcId="{FFA04385-A43F-4525-9B90-856FC20C4853}" destId="{F52247C4-D0D5-4487-BED0-467F7C398D12}" srcOrd="6" destOrd="0" presId="urn:microsoft.com/office/officeart/2005/8/layout/vList2"/>
    <dgm:cxn modelId="{7AC4B96F-3E5F-4BE9-A4AF-32A889F7FDAF}" type="presParOf" srcId="{FFA04385-A43F-4525-9B90-856FC20C4853}" destId="{9AADFA13-A409-44E5-B04D-BC30B4CE8496}" srcOrd="7" destOrd="0" presId="urn:microsoft.com/office/officeart/2005/8/layout/vList2"/>
    <dgm:cxn modelId="{0AEECBE1-1250-4499-8D93-0B28D290AD7D}" type="presParOf" srcId="{FFA04385-A43F-4525-9B90-856FC20C4853}" destId="{93532147-3882-4FA0-B816-9038716389B8}" srcOrd="8" destOrd="0" presId="urn:microsoft.com/office/officeart/2005/8/layout/vList2"/>
    <dgm:cxn modelId="{68E90D9A-95DB-476B-8446-90C6C92DAB66}" type="presParOf" srcId="{FFA04385-A43F-4525-9B90-856FC20C4853}" destId="{774AB9BF-9E1A-434D-A69C-30AF346314F9}" srcOrd="9" destOrd="0" presId="urn:microsoft.com/office/officeart/2005/8/layout/vList2"/>
    <dgm:cxn modelId="{8DD8A4AF-E4FA-452A-B980-F6817B8CE21B}" type="presParOf" srcId="{FFA04385-A43F-4525-9B90-856FC20C4853}" destId="{37F0BDE3-ECDA-49B6-A71A-B6847BE3F315}" srcOrd="10" destOrd="0" presId="urn:microsoft.com/office/officeart/2005/8/layout/vList2"/>
    <dgm:cxn modelId="{B4244180-54F1-4749-907C-5B9489693B0B}" type="presParOf" srcId="{FFA04385-A43F-4525-9B90-856FC20C4853}" destId="{8EB0D7E1-C2CC-461C-BC74-0467D8AA7C96}" srcOrd="11" destOrd="0" presId="urn:microsoft.com/office/officeart/2005/8/layout/vList2"/>
    <dgm:cxn modelId="{1E6A73CC-9DC9-47E0-9C31-05CCD4765C48}" type="presParOf" srcId="{FFA04385-A43F-4525-9B90-856FC20C4853}" destId="{C4C30803-0DA9-4F3A-97CC-A1213FE760F9}" srcOrd="12" destOrd="0" presId="urn:microsoft.com/office/officeart/2005/8/layout/vList2"/>
    <dgm:cxn modelId="{DA0DF1B3-E729-4B8D-B40C-0AEA1F0F6090}" type="presParOf" srcId="{FFA04385-A43F-4525-9B90-856FC20C4853}" destId="{FB58F764-A85B-4689-BEC2-6FE21DAB28F5}" srcOrd="13" destOrd="0" presId="urn:microsoft.com/office/officeart/2005/8/layout/vList2"/>
    <dgm:cxn modelId="{45E26ABA-14D8-429F-8B98-A03076F30979}" type="presParOf" srcId="{FFA04385-A43F-4525-9B90-856FC20C4853}" destId="{2D7AA74F-7500-45FD-87D0-AF55602D067C}" srcOrd="14" destOrd="0" presId="urn:microsoft.com/office/officeart/2005/8/layout/vList2"/>
    <dgm:cxn modelId="{D25196F3-142A-476C-9274-2B532D499DCE}" type="presParOf" srcId="{FFA04385-A43F-4525-9B90-856FC20C4853}" destId="{9E9F645B-3150-4446-AD23-4263D7FC1A03}" srcOrd="15" destOrd="0" presId="urn:microsoft.com/office/officeart/2005/8/layout/vList2"/>
    <dgm:cxn modelId="{C7D1CE22-2A5A-4BBF-9756-7097E88D8697}" type="presParOf" srcId="{FFA04385-A43F-4525-9B90-856FC20C4853}" destId="{4EBBB18A-FC5D-443D-997B-68901E098EBE}" srcOrd="16" destOrd="0" presId="urn:microsoft.com/office/officeart/2005/8/layout/vList2"/>
    <dgm:cxn modelId="{47AED5D5-630E-4255-A507-777E792C42A9}" type="presParOf" srcId="{FFA04385-A43F-4525-9B90-856FC20C4853}" destId="{3D62275C-8908-4DB8-95D2-9673AB8E85BC}" srcOrd="17" destOrd="0" presId="urn:microsoft.com/office/officeart/2005/8/layout/vList2"/>
    <dgm:cxn modelId="{0716BEF6-0DD6-4D36-9322-28EEA3E00609}" type="presParOf" srcId="{FFA04385-A43F-4525-9B90-856FC20C4853}" destId="{A017D3E7-5B76-45B2-B39B-0179A67F1E18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CFE8A-55DE-47EA-ACCC-9AE8CF47CAB2}">
      <dsp:nvSpPr>
        <dsp:cNvPr id="0" name=""/>
        <dsp:cNvSpPr/>
      </dsp:nvSpPr>
      <dsp:spPr>
        <a:xfrm>
          <a:off x="0" y="63900"/>
          <a:ext cx="6496050" cy="5756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Proposed System</a:t>
          </a:r>
          <a:endParaRPr lang="en-US" sz="2400" kern="1200"/>
        </a:p>
      </dsp:txBody>
      <dsp:txXfrm>
        <a:off x="28100" y="92000"/>
        <a:ext cx="6439850" cy="519439"/>
      </dsp:txXfrm>
    </dsp:sp>
    <dsp:sp modelId="{664FD00E-DF57-469D-AD3D-EB5A10607764}">
      <dsp:nvSpPr>
        <dsp:cNvPr id="0" name=""/>
        <dsp:cNvSpPr/>
      </dsp:nvSpPr>
      <dsp:spPr>
        <a:xfrm>
          <a:off x="0" y="708660"/>
          <a:ext cx="6496050" cy="575639"/>
        </a:xfrm>
        <a:prstGeom prst="roundRect">
          <a:avLst/>
        </a:prstGeom>
        <a:gradFill rotWithShape="0">
          <a:gsLst>
            <a:gs pos="0">
              <a:schemeClr val="accent2">
                <a:hueOff val="4454"/>
                <a:satOff val="-12621"/>
                <a:lumOff val="784"/>
                <a:alphaOff val="0"/>
                <a:tint val="98000"/>
                <a:lumMod val="114000"/>
              </a:schemeClr>
            </a:gs>
            <a:gs pos="100000">
              <a:schemeClr val="accent2">
                <a:hueOff val="4454"/>
                <a:satOff val="-12621"/>
                <a:lumOff val="78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Tools Used</a:t>
          </a:r>
          <a:endParaRPr lang="en-US" sz="2400" kern="1200"/>
        </a:p>
      </dsp:txBody>
      <dsp:txXfrm>
        <a:off x="28100" y="736760"/>
        <a:ext cx="6439850" cy="519439"/>
      </dsp:txXfrm>
    </dsp:sp>
    <dsp:sp modelId="{BAD41A0D-E5F1-4B24-AD67-013A804506C2}">
      <dsp:nvSpPr>
        <dsp:cNvPr id="0" name=""/>
        <dsp:cNvSpPr/>
      </dsp:nvSpPr>
      <dsp:spPr>
        <a:xfrm>
          <a:off x="0" y="1353420"/>
          <a:ext cx="6496050" cy="575639"/>
        </a:xfrm>
        <a:prstGeom prst="roundRect">
          <a:avLst/>
        </a:prstGeom>
        <a:gradFill rotWithShape="0">
          <a:gsLst>
            <a:gs pos="0">
              <a:schemeClr val="accent2">
                <a:hueOff val="8908"/>
                <a:satOff val="-25242"/>
                <a:lumOff val="1569"/>
                <a:alphaOff val="0"/>
                <a:tint val="98000"/>
                <a:lumMod val="114000"/>
              </a:schemeClr>
            </a:gs>
            <a:gs pos="100000">
              <a:schemeClr val="accent2">
                <a:hueOff val="8908"/>
                <a:satOff val="-25242"/>
                <a:lumOff val="1569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Modules in Project</a:t>
          </a:r>
          <a:endParaRPr lang="en-US" sz="2400" kern="1200"/>
        </a:p>
      </dsp:txBody>
      <dsp:txXfrm>
        <a:off x="28100" y="1381520"/>
        <a:ext cx="6439850" cy="519439"/>
      </dsp:txXfrm>
    </dsp:sp>
    <dsp:sp modelId="{8EEA1594-5AF1-42B9-9457-5E082B986A41}">
      <dsp:nvSpPr>
        <dsp:cNvPr id="0" name=""/>
        <dsp:cNvSpPr/>
      </dsp:nvSpPr>
      <dsp:spPr>
        <a:xfrm>
          <a:off x="0" y="1998180"/>
          <a:ext cx="6496050" cy="575639"/>
        </a:xfrm>
        <a:prstGeom prst="roundRect">
          <a:avLst/>
        </a:prstGeom>
        <a:gradFill rotWithShape="0">
          <a:gsLst>
            <a:gs pos="0">
              <a:schemeClr val="accent2">
                <a:hueOff val="13361"/>
                <a:satOff val="-37863"/>
                <a:lumOff val="2353"/>
                <a:alphaOff val="0"/>
                <a:tint val="98000"/>
                <a:lumMod val="114000"/>
              </a:schemeClr>
            </a:gs>
            <a:gs pos="100000">
              <a:schemeClr val="accent2">
                <a:hueOff val="13361"/>
                <a:satOff val="-37863"/>
                <a:lumOff val="235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Project Overview</a:t>
          </a:r>
          <a:endParaRPr lang="en-US" sz="2400" kern="1200"/>
        </a:p>
      </dsp:txBody>
      <dsp:txXfrm>
        <a:off x="28100" y="2026280"/>
        <a:ext cx="6439850" cy="519439"/>
      </dsp:txXfrm>
    </dsp:sp>
    <dsp:sp modelId="{D6B2FFC7-D250-47A1-84B4-2B6BB7EE2C5A}">
      <dsp:nvSpPr>
        <dsp:cNvPr id="0" name=""/>
        <dsp:cNvSpPr/>
      </dsp:nvSpPr>
      <dsp:spPr>
        <a:xfrm>
          <a:off x="0" y="2642939"/>
          <a:ext cx="6496050" cy="575639"/>
        </a:xfrm>
        <a:prstGeom prst="roundRect">
          <a:avLst/>
        </a:prstGeom>
        <a:gradFill rotWithShape="0">
          <a:gsLst>
            <a:gs pos="0">
              <a:schemeClr val="accent2">
                <a:hueOff val="17815"/>
                <a:satOff val="-50484"/>
                <a:lumOff val="3137"/>
                <a:alphaOff val="0"/>
                <a:tint val="98000"/>
                <a:lumMod val="114000"/>
              </a:schemeClr>
            </a:gs>
            <a:gs pos="100000">
              <a:schemeClr val="accent2">
                <a:hueOff val="17815"/>
                <a:satOff val="-50484"/>
                <a:lumOff val="3137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Advantages</a:t>
          </a:r>
          <a:endParaRPr lang="en-US" sz="2400" kern="1200"/>
        </a:p>
      </dsp:txBody>
      <dsp:txXfrm>
        <a:off x="28100" y="2671039"/>
        <a:ext cx="6439850" cy="519439"/>
      </dsp:txXfrm>
    </dsp:sp>
    <dsp:sp modelId="{D87EE60C-AA0B-464D-AA0A-7B359301B7DE}">
      <dsp:nvSpPr>
        <dsp:cNvPr id="0" name=""/>
        <dsp:cNvSpPr/>
      </dsp:nvSpPr>
      <dsp:spPr>
        <a:xfrm>
          <a:off x="0" y="3287699"/>
          <a:ext cx="6496050" cy="575639"/>
        </a:xfrm>
        <a:prstGeom prst="roundRect">
          <a:avLst/>
        </a:prstGeom>
        <a:gradFill rotWithShape="0">
          <a:gsLst>
            <a:gs pos="0">
              <a:schemeClr val="accent2">
                <a:hueOff val="22269"/>
                <a:satOff val="-63105"/>
                <a:lumOff val="3922"/>
                <a:alphaOff val="0"/>
                <a:tint val="98000"/>
                <a:lumMod val="114000"/>
              </a:schemeClr>
            </a:gs>
            <a:gs pos="100000">
              <a:schemeClr val="accent2">
                <a:hueOff val="22269"/>
                <a:satOff val="-63105"/>
                <a:lumOff val="392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Limitations</a:t>
          </a:r>
          <a:endParaRPr lang="en-US" sz="2400" kern="1200"/>
        </a:p>
      </dsp:txBody>
      <dsp:txXfrm>
        <a:off x="28100" y="3315799"/>
        <a:ext cx="6439850" cy="519439"/>
      </dsp:txXfrm>
    </dsp:sp>
    <dsp:sp modelId="{3B0A36C0-8432-4156-97F5-F391B82EFA16}">
      <dsp:nvSpPr>
        <dsp:cNvPr id="0" name=""/>
        <dsp:cNvSpPr/>
      </dsp:nvSpPr>
      <dsp:spPr>
        <a:xfrm>
          <a:off x="0" y="3932459"/>
          <a:ext cx="6496050" cy="575639"/>
        </a:xfrm>
        <a:prstGeom prst="roundRect">
          <a:avLst/>
        </a:prstGeom>
        <a:gradFill rotWithShape="0">
          <a:gsLst>
            <a:gs pos="0">
              <a:schemeClr val="accent2">
                <a:hueOff val="26723"/>
                <a:satOff val="-75726"/>
                <a:lumOff val="4706"/>
                <a:alphaOff val="0"/>
                <a:tint val="98000"/>
                <a:lumMod val="114000"/>
              </a:schemeClr>
            </a:gs>
            <a:gs pos="100000">
              <a:schemeClr val="accent2">
                <a:hueOff val="26723"/>
                <a:satOff val="-75726"/>
                <a:lumOff val="470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Conclusion</a:t>
          </a:r>
          <a:endParaRPr lang="en-US" sz="2400" kern="1200"/>
        </a:p>
      </dsp:txBody>
      <dsp:txXfrm>
        <a:off x="28100" y="3960559"/>
        <a:ext cx="6439850" cy="5194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C58BA-5788-4134-8048-DA38D76F21A3}">
      <dsp:nvSpPr>
        <dsp:cNvPr id="0" name=""/>
        <dsp:cNvSpPr/>
      </dsp:nvSpPr>
      <dsp:spPr>
        <a:xfrm>
          <a:off x="0" y="127761"/>
          <a:ext cx="5614987" cy="4077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Welcome Component</a:t>
          </a:r>
          <a:endParaRPr lang="en-US" sz="1700" kern="1200"/>
        </a:p>
      </dsp:txBody>
      <dsp:txXfrm>
        <a:off x="19904" y="147665"/>
        <a:ext cx="5575179" cy="367937"/>
      </dsp:txXfrm>
    </dsp:sp>
    <dsp:sp modelId="{FA36A7EB-B7D6-4CB5-9755-8EE81E88CCD8}">
      <dsp:nvSpPr>
        <dsp:cNvPr id="0" name=""/>
        <dsp:cNvSpPr/>
      </dsp:nvSpPr>
      <dsp:spPr>
        <a:xfrm>
          <a:off x="0" y="584466"/>
          <a:ext cx="5614987" cy="407745"/>
        </a:xfrm>
        <a:prstGeom prst="roundRect">
          <a:avLst/>
        </a:prstGeom>
        <a:solidFill>
          <a:schemeClr val="accent5">
            <a:hueOff val="-712220"/>
            <a:satOff val="-1171"/>
            <a:lumOff val="-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Repeat Component(Home Component)</a:t>
          </a:r>
          <a:endParaRPr lang="en-US" sz="1700" kern="1200"/>
        </a:p>
      </dsp:txBody>
      <dsp:txXfrm>
        <a:off x="19904" y="604370"/>
        <a:ext cx="5575179" cy="367937"/>
      </dsp:txXfrm>
    </dsp:sp>
    <dsp:sp modelId="{851338EB-B9FF-4413-981E-15D20D6DD6E3}">
      <dsp:nvSpPr>
        <dsp:cNvPr id="0" name=""/>
        <dsp:cNvSpPr/>
      </dsp:nvSpPr>
      <dsp:spPr>
        <a:xfrm>
          <a:off x="0" y="1041171"/>
          <a:ext cx="5614987" cy="407745"/>
        </a:xfrm>
        <a:prstGeom prst="roundRect">
          <a:avLst/>
        </a:prstGeom>
        <a:solidFill>
          <a:schemeClr val="accent5">
            <a:hueOff val="-1424441"/>
            <a:satOff val="-2342"/>
            <a:lumOff val="-8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Registration Component</a:t>
          </a:r>
          <a:endParaRPr lang="en-US" sz="1700" kern="1200"/>
        </a:p>
      </dsp:txBody>
      <dsp:txXfrm>
        <a:off x="19904" y="1061075"/>
        <a:ext cx="5575179" cy="367937"/>
      </dsp:txXfrm>
    </dsp:sp>
    <dsp:sp modelId="{F52247C4-D0D5-4487-BED0-467F7C398D12}">
      <dsp:nvSpPr>
        <dsp:cNvPr id="0" name=""/>
        <dsp:cNvSpPr/>
      </dsp:nvSpPr>
      <dsp:spPr>
        <a:xfrm>
          <a:off x="0" y="1497876"/>
          <a:ext cx="5614987" cy="407745"/>
        </a:xfrm>
        <a:prstGeom prst="roundRect">
          <a:avLst/>
        </a:prstGeom>
        <a:solidFill>
          <a:schemeClr val="accent5">
            <a:hueOff val="-2136661"/>
            <a:satOff val="-3512"/>
            <a:lumOff val="-1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Login Component</a:t>
          </a:r>
          <a:endParaRPr lang="en-US" sz="1700" kern="1200"/>
        </a:p>
      </dsp:txBody>
      <dsp:txXfrm>
        <a:off x="19904" y="1517780"/>
        <a:ext cx="5575179" cy="367937"/>
      </dsp:txXfrm>
    </dsp:sp>
    <dsp:sp modelId="{93532147-3882-4FA0-B816-9038716389B8}">
      <dsp:nvSpPr>
        <dsp:cNvPr id="0" name=""/>
        <dsp:cNvSpPr/>
      </dsp:nvSpPr>
      <dsp:spPr>
        <a:xfrm>
          <a:off x="0" y="1954581"/>
          <a:ext cx="5614987" cy="407745"/>
        </a:xfrm>
        <a:prstGeom prst="roundRect">
          <a:avLst/>
        </a:prstGeom>
        <a:solidFill>
          <a:schemeClr val="accent5">
            <a:hueOff val="-2848881"/>
            <a:satOff val="-4683"/>
            <a:lumOff val="-17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Product Component</a:t>
          </a:r>
          <a:endParaRPr lang="en-US" sz="1700" kern="1200"/>
        </a:p>
      </dsp:txBody>
      <dsp:txXfrm>
        <a:off x="19904" y="1974485"/>
        <a:ext cx="5575179" cy="367937"/>
      </dsp:txXfrm>
    </dsp:sp>
    <dsp:sp modelId="{37F0BDE3-ECDA-49B6-A71A-B6847BE3F315}">
      <dsp:nvSpPr>
        <dsp:cNvPr id="0" name=""/>
        <dsp:cNvSpPr/>
      </dsp:nvSpPr>
      <dsp:spPr>
        <a:xfrm>
          <a:off x="0" y="2411286"/>
          <a:ext cx="5614987" cy="407745"/>
        </a:xfrm>
        <a:prstGeom prst="roundRect">
          <a:avLst/>
        </a:prstGeom>
        <a:solidFill>
          <a:schemeClr val="accent5">
            <a:hueOff val="-3561102"/>
            <a:satOff val="-5854"/>
            <a:lumOff val="-21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Add Product Component</a:t>
          </a:r>
          <a:endParaRPr lang="en-US" sz="1700" kern="1200"/>
        </a:p>
      </dsp:txBody>
      <dsp:txXfrm>
        <a:off x="19904" y="2431190"/>
        <a:ext cx="5575179" cy="367937"/>
      </dsp:txXfrm>
    </dsp:sp>
    <dsp:sp modelId="{C4C30803-0DA9-4F3A-97CC-A1213FE760F9}">
      <dsp:nvSpPr>
        <dsp:cNvPr id="0" name=""/>
        <dsp:cNvSpPr/>
      </dsp:nvSpPr>
      <dsp:spPr>
        <a:xfrm>
          <a:off x="0" y="2867991"/>
          <a:ext cx="5614987" cy="407745"/>
        </a:xfrm>
        <a:prstGeom prst="roundRect">
          <a:avLst/>
        </a:prstGeom>
        <a:solidFill>
          <a:schemeClr val="accent5">
            <a:hueOff val="-4273322"/>
            <a:satOff val="-7025"/>
            <a:lumOff val="-2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User Product List Component</a:t>
          </a:r>
          <a:endParaRPr lang="en-US" sz="1700" kern="1200"/>
        </a:p>
      </dsp:txBody>
      <dsp:txXfrm>
        <a:off x="19904" y="2887895"/>
        <a:ext cx="5575179" cy="367937"/>
      </dsp:txXfrm>
    </dsp:sp>
    <dsp:sp modelId="{2D7AA74F-7500-45FD-87D0-AF55602D067C}">
      <dsp:nvSpPr>
        <dsp:cNvPr id="0" name=""/>
        <dsp:cNvSpPr/>
      </dsp:nvSpPr>
      <dsp:spPr>
        <a:xfrm>
          <a:off x="0" y="3324696"/>
          <a:ext cx="5614987" cy="407745"/>
        </a:xfrm>
        <a:prstGeom prst="roundRect">
          <a:avLst/>
        </a:prstGeom>
        <a:solidFill>
          <a:schemeClr val="accent5">
            <a:hueOff val="-4985543"/>
            <a:satOff val="-8195"/>
            <a:lumOff val="-30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Add To Cart Component</a:t>
          </a:r>
          <a:endParaRPr lang="en-US" sz="1700" kern="1200"/>
        </a:p>
      </dsp:txBody>
      <dsp:txXfrm>
        <a:off x="19904" y="3344600"/>
        <a:ext cx="5575179" cy="367937"/>
      </dsp:txXfrm>
    </dsp:sp>
    <dsp:sp modelId="{4EBBB18A-FC5D-443D-997B-68901E098EBE}">
      <dsp:nvSpPr>
        <dsp:cNvPr id="0" name=""/>
        <dsp:cNvSpPr/>
      </dsp:nvSpPr>
      <dsp:spPr>
        <a:xfrm>
          <a:off x="0" y="3781401"/>
          <a:ext cx="5614987" cy="407745"/>
        </a:xfrm>
        <a:prstGeom prst="roundRect">
          <a:avLst/>
        </a:prstGeom>
        <a:solidFill>
          <a:schemeClr val="accent5">
            <a:hueOff val="-5697763"/>
            <a:satOff val="-9366"/>
            <a:lumOff val="-3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Buy Now Component</a:t>
          </a:r>
          <a:endParaRPr lang="en-US" sz="1700" kern="1200"/>
        </a:p>
      </dsp:txBody>
      <dsp:txXfrm>
        <a:off x="19904" y="3801305"/>
        <a:ext cx="5575179" cy="367937"/>
      </dsp:txXfrm>
    </dsp:sp>
    <dsp:sp modelId="{A017D3E7-5B76-45B2-B39B-0179A67F1E18}">
      <dsp:nvSpPr>
        <dsp:cNvPr id="0" name=""/>
        <dsp:cNvSpPr/>
      </dsp:nvSpPr>
      <dsp:spPr>
        <a:xfrm>
          <a:off x="0" y="4238106"/>
          <a:ext cx="5614987" cy="407745"/>
        </a:xfrm>
        <a:prstGeom prst="roundRect">
          <a:avLst/>
        </a:prstGeom>
        <a:solidFill>
          <a:schemeClr val="accent5">
            <a:hueOff val="-6409983"/>
            <a:satOff val="-10537"/>
            <a:lumOff val="-39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Payment Component</a:t>
          </a:r>
          <a:endParaRPr lang="en-US" sz="1700" kern="1200"/>
        </a:p>
      </dsp:txBody>
      <dsp:txXfrm>
        <a:off x="19904" y="4258010"/>
        <a:ext cx="5575179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864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04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50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7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74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41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35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66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14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50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3635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971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567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843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77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50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EC5329F-170A-4495-B7A5-0EE0D5B6771A}" type="datetimeFigureOut">
              <a:rPr lang="en-IN" smtClean="0"/>
              <a:t>29-11-2022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C70C1-A709-45E0-AE93-2A3A4C4182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60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7C772B-5BEC-12F3-44BD-B680DC231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450" y="3162300"/>
            <a:ext cx="165100" cy="53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15CAC7-6106-69AB-ACE9-DDA3BE7A4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2816" y="1770927"/>
            <a:ext cx="7787874" cy="1658073"/>
          </a:xfrm>
        </p:spPr>
        <p:txBody>
          <a:bodyPr/>
          <a:lstStyle/>
          <a:p>
            <a:pPr algn="ctr"/>
            <a:r>
              <a:rPr lang="en-IN" dirty="0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2FEF6-5351-B570-6C22-A72F02139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509389"/>
            <a:ext cx="12192000" cy="2116494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RAKESH REDDY </a:t>
            </a:r>
            <a:r>
              <a:rPr lang="en-I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JAMMULADinne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PRAVEEN KUMAR NEETHIPUDI                                                                                                                                                                                              </a:t>
            </a: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MANI KUMAR VAKATI</a:t>
            </a: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                                             MANI SRIDHAR </a:t>
            </a:r>
            <a:r>
              <a:rPr lang="en-I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Kambhampati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SUNNY MUKESH KOLATI</a:t>
            </a: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25558-D414-E0D7-FD00-FB0E2D83D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91892" y="1447801"/>
            <a:ext cx="18511801" cy="925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4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FE4EC82A-4C8C-4C89-84E5-F167F921B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50A68-B119-71FF-C1B2-1EBD530B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21" name="Freeform: Shape 10">
            <a:extLst>
              <a:ext uri="{FF2B5EF4-FFF2-40B4-BE49-F238E27FC236}">
                <a16:creationId xmlns:a16="http://schemas.microsoft.com/office/drawing/2014/main" id="{20274AE2-B8C3-42B7-A71C-2E111FA46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B1C4F06D-9A48-4DB4-BB8C-E7FD6E58D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8CBEAC-6AB1-4AD1-AD3D-FF124A71A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BAA798C-3A7D-D15F-0DF8-657814E631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888044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5719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FA6-C70A-2A59-C319-EC85CF6CA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ruits and vegetables in bags">
            <a:extLst>
              <a:ext uri="{FF2B5EF4-FFF2-40B4-BE49-F238E27FC236}">
                <a16:creationId xmlns:a16="http://schemas.microsoft.com/office/drawing/2014/main" id="{895B1903-CA7F-0DFB-B39F-535D60642A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382" r="13507" b="-1"/>
          <a:stretch/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883C6-44B3-5970-81FE-3F47A2526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instant delivery and is regarded as quick commerce. It fulfills grocery delivery within 10 mins and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deliver wide  variety of groceries and we had wide range of our network established in different places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591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5351-793D-F448-FFDC-F8BEA95F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74" y="457199"/>
            <a:ext cx="9201748" cy="1172113"/>
          </a:xfrm>
        </p:spPr>
        <p:txBody>
          <a:bodyPr/>
          <a:lstStyle/>
          <a:p>
            <a:pPr algn="just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USED/IDE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26401-274A-C92B-D9DA-03084CE9C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07" y="1629312"/>
            <a:ext cx="9527340" cy="46190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Tools:-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MYSQL(Version 8.0)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Spring Boot(Version 2.6.6)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Angular(version 16)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Visual Studio Code(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Graphic 4" descr="Tools">
            <a:extLst>
              <a:ext uri="{FF2B5EF4-FFF2-40B4-BE49-F238E27FC236}">
                <a16:creationId xmlns:a16="http://schemas.microsoft.com/office/drawing/2014/main" id="{F8555770-D6F3-4BA1-6118-1DD5FBCD0B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3810" y="1136561"/>
            <a:ext cx="4347893" cy="434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6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D5848D-9021-4B45-A576-321BF0F5C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968C7-542B-F096-F60A-64503BDB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965200"/>
            <a:ext cx="3505495" cy="4773613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IN PROJECT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A6840D-0908-4CED-99D2-8C957BD9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A7404C7C-9651-4AC1-A94D-30116BDEE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rgbClr val="BFBFBF"/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187262-9F3B-479F-8C41-C380B6835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C919B6-B77D-F814-53A2-BCA7E6D78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744133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8674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D40652-2041-40A8-BD19-21743226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9E3962-D4A6-4AE1-88E9-74BCE5EB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C6C9A81-EBD8-4A7D-BE1B-7520E2A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C71F41-5AA1-428C-A1E3-0BD5A769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A17048-7FB7-46CB-B99B-8D9D66EC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CFBC036-F1E2-42B1-B205-11560583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770669-72C4-D8D6-DBA3-16E6ABF6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/>
              <a:t>ER DIAGRAM</a:t>
            </a: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9200DA9A-C650-4C85-93DE-F8BFB978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36">
            <a:extLst>
              <a:ext uri="{FF2B5EF4-FFF2-40B4-BE49-F238E27FC236}">
                <a16:creationId xmlns:a16="http://schemas.microsoft.com/office/drawing/2014/main" id="{D8A2D167-807B-4285-BF5A-BE1660FA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83B96611-4BCB-4210-9437-6F78615AB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53CD76D3-5BA1-749A-3A01-69E9DFEE5C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6" y="821804"/>
            <a:ext cx="7250903" cy="502125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13245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D40652-2041-40A8-BD19-21743226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3F9E3962-D4A6-4AE1-88E9-74BCE5EB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4" name="Oval 12">
            <a:extLst>
              <a:ext uri="{FF2B5EF4-FFF2-40B4-BE49-F238E27FC236}">
                <a16:creationId xmlns:a16="http://schemas.microsoft.com/office/drawing/2014/main" id="{4C6C9A81-EBD8-4A7D-BE1B-7520E2A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5" name="Picture 14">
            <a:extLst>
              <a:ext uri="{FF2B5EF4-FFF2-40B4-BE49-F238E27FC236}">
                <a16:creationId xmlns:a16="http://schemas.microsoft.com/office/drawing/2014/main" id="{79C71F41-5AA1-428C-A1E3-0BD5A769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36" name="Picture 16">
            <a:extLst>
              <a:ext uri="{FF2B5EF4-FFF2-40B4-BE49-F238E27FC236}">
                <a16:creationId xmlns:a16="http://schemas.microsoft.com/office/drawing/2014/main" id="{8AA17048-7FB7-46CB-B99B-8D9D66EC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CFBC036-F1E2-42B1-B205-11560583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2BB91-B70D-8F1C-FBBF-167216D3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FLOW CHART OF PROJECT</a:t>
            </a:r>
          </a:p>
        </p:txBody>
      </p:sp>
      <p:sp>
        <p:nvSpPr>
          <p:cNvPr id="37" name="Rectangle 20">
            <a:extLst>
              <a:ext uri="{FF2B5EF4-FFF2-40B4-BE49-F238E27FC236}">
                <a16:creationId xmlns:a16="http://schemas.microsoft.com/office/drawing/2014/main" id="{9200DA9A-C650-4C85-93DE-F8BFB978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6">
            <a:extLst>
              <a:ext uri="{FF2B5EF4-FFF2-40B4-BE49-F238E27FC236}">
                <a16:creationId xmlns:a16="http://schemas.microsoft.com/office/drawing/2014/main" id="{D8A2D167-807B-4285-BF5A-BE1660FA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83B96611-4BCB-4210-9437-6F78615AB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CABDDF9E-476D-66D8-163A-FBA9DC067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414317"/>
            <a:ext cx="6270662" cy="40289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86213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D40652-2041-40A8-BD19-21743226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9E3962-D4A6-4AE1-88E9-74BCE5EB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C6C9A81-EBD8-4A7D-BE1B-7520E2A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C71F41-5AA1-428C-A1E3-0BD5A769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A17048-7FB7-46CB-B99B-8D9D66EC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CFBC036-F1E2-42B1-B205-11560583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18B5F-E561-A660-1017-E6CED75A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/>
              <a:t>WELCOME PAGE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00DA9A-C650-4C85-93DE-F8BFB978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D8A2D167-807B-4285-BF5A-BE1660FA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83B96611-4BCB-4210-9437-6F78615AB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FEF91B1-0047-7D88-AF4B-A6EA8340F5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821911"/>
            <a:ext cx="6270662" cy="321371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5766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D40652-2041-40A8-BD19-21743226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9E3962-D4A6-4AE1-88E9-74BCE5EB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C6C9A81-EBD8-4A7D-BE1B-7520E2A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C71F41-5AA1-428C-A1E3-0BD5A769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A17048-7FB7-46CB-B99B-8D9D66EC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CFBC036-F1E2-42B1-B205-11560583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56A7F-366E-597F-A71E-E5E626F1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HOME PAGE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00DA9A-C650-4C85-93DE-F8BFB978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D8A2D167-807B-4285-BF5A-BE1660FA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83B96611-4BCB-4210-9437-6F78615AB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8F930736-B9C8-1F44-FBFD-839BBAAB5F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80" y="1620198"/>
            <a:ext cx="6844044" cy="323381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60631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D40652-2041-40A8-BD19-21743226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9E3962-D4A6-4AE1-88E9-74BCE5EB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C6C9A81-EBD8-4A7D-BE1B-7520E2A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C71F41-5AA1-428C-A1E3-0BD5A769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A17048-7FB7-46CB-B99B-8D9D66EC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CFBC036-F1E2-42B1-B205-11560583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01D02-0CC1-1DE2-7CD8-788FB83E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LOGIN PAGE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00DA9A-C650-4C85-93DE-F8BFB978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D8A2D167-807B-4285-BF5A-BE1660FA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83B96611-4BCB-4210-9437-6F78615AB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A57BA26B-340B-2763-2B22-0CFAD0C837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1" y="1267132"/>
            <a:ext cx="6651896" cy="432373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4507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D40652-2041-40A8-BD19-21743226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9E3962-D4A6-4AE1-88E9-74BCE5EB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C6C9A81-EBD8-4A7D-BE1B-7520E2A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C71F41-5AA1-428C-A1E3-0BD5A769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A17048-7FB7-46CB-B99B-8D9D66EC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CFBC036-F1E2-42B1-B205-11560583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48B03-2B53-4E79-BE2C-CAE358380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/>
              <a:t>PRODUCT PAGE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00DA9A-C650-4C85-93DE-F8BFB978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D8A2D167-807B-4285-BF5A-BE1660FA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83B96611-4BCB-4210-9437-6F78615AB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" name="Picture 3" descr="A picture containing different, various, several, variety&#10;&#10;Description automatically generated">
            <a:extLst>
              <a:ext uri="{FF2B5EF4-FFF2-40B4-BE49-F238E27FC236}">
                <a16:creationId xmlns:a16="http://schemas.microsoft.com/office/drawing/2014/main" id="{EF2B6A2F-551D-6B3C-5655-E7EA84C4DE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514103"/>
            <a:ext cx="6479724" cy="370964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9114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F91A-DACA-13DF-A49E-57F6B37F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3FFC-299D-4AD2-E6DE-C9582269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2" y="1853248"/>
            <a:ext cx="9266082" cy="4395151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Delivery And Quicker Distribution.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Contactless Shopping.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Inventory Management And Better Product Selection.</a:t>
            </a:r>
          </a:p>
        </p:txBody>
      </p:sp>
      <p:pic>
        <p:nvPicPr>
          <p:cNvPr id="5" name="Graphic 4" descr="Tick">
            <a:extLst>
              <a:ext uri="{FF2B5EF4-FFF2-40B4-BE49-F238E27FC236}">
                <a16:creationId xmlns:a16="http://schemas.microsoft.com/office/drawing/2014/main" id="{47174EC8-7FB2-7B60-ACCC-F791EF02E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4137" y="816647"/>
            <a:ext cx="4283063" cy="42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4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26B4E-4751-7923-E2B1-3201B182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43000"/>
          </a:xfrm>
        </p:spPr>
        <p:txBody>
          <a:bodyPr/>
          <a:lstStyle/>
          <a:p>
            <a:r>
              <a:rPr lang="en-IN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4405F-5F1E-D40B-90C7-71E3DDA45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95718"/>
            <a:ext cx="8946541" cy="4195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age verification. As per the terms and conditions of this app, children below 13 should not create an account on this </a:t>
            </a: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platform.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additional cost for delivery services.</a:t>
            </a:r>
          </a:p>
        </p:txBody>
      </p:sp>
      <p:sp>
        <p:nvSpPr>
          <p:cNvPr id="6" name="Graphic 4" descr="Warning">
            <a:extLst>
              <a:ext uri="{FF2B5EF4-FFF2-40B4-BE49-F238E27FC236}">
                <a16:creationId xmlns:a16="http://schemas.microsoft.com/office/drawing/2014/main" id="{910BB7F4-8EE1-82F9-2725-6D09CD713B42}"/>
              </a:ext>
            </a:extLst>
          </p:cNvPr>
          <p:cNvSpPr/>
          <p:nvPr/>
        </p:nvSpPr>
        <p:spPr>
          <a:xfrm>
            <a:off x="4332848" y="1266092"/>
            <a:ext cx="3840481" cy="3477840"/>
          </a:xfrm>
          <a:custGeom>
            <a:avLst/>
            <a:gdLst>
              <a:gd name="connsiteX0" fmla="*/ 4329939 w 4356350"/>
              <a:gd name="connsiteY0" fmla="*/ 3537024 h 3840089"/>
              <a:gd name="connsiteX1" fmla="*/ 2354964 w 4356350"/>
              <a:gd name="connsiteY1" fmla="*/ 102285 h 3840089"/>
              <a:gd name="connsiteX2" fmla="*/ 2006438 w 4356350"/>
              <a:gd name="connsiteY2" fmla="*/ 102285 h 3840089"/>
              <a:gd name="connsiteX3" fmla="*/ 26412 w 4356350"/>
              <a:gd name="connsiteY3" fmla="*/ 3537024 h 3840089"/>
              <a:gd name="connsiteX4" fmla="*/ 203200 w 4356350"/>
              <a:gd name="connsiteY4" fmla="*/ 3840089 h 3840089"/>
              <a:gd name="connsiteX5" fmla="*/ 2178176 w 4356350"/>
              <a:gd name="connsiteY5" fmla="*/ 3840089 h 3840089"/>
              <a:gd name="connsiteX6" fmla="*/ 4153151 w 4356350"/>
              <a:gd name="connsiteY6" fmla="*/ 3840089 h 3840089"/>
              <a:gd name="connsiteX7" fmla="*/ 4329939 w 4356350"/>
              <a:gd name="connsiteY7" fmla="*/ 3537024 h 3840089"/>
              <a:gd name="connsiteX8" fmla="*/ 2026643 w 4356350"/>
              <a:gd name="connsiteY8" fmla="*/ 910459 h 3840089"/>
              <a:gd name="connsiteX9" fmla="*/ 2329708 w 4356350"/>
              <a:gd name="connsiteY9" fmla="*/ 910459 h 3840089"/>
              <a:gd name="connsiteX10" fmla="*/ 2329708 w 4356350"/>
              <a:gd name="connsiteY10" fmla="*/ 2678339 h 3840089"/>
              <a:gd name="connsiteX11" fmla="*/ 2026643 w 4356350"/>
              <a:gd name="connsiteY11" fmla="*/ 2678339 h 3840089"/>
              <a:gd name="connsiteX12" fmla="*/ 2026643 w 4356350"/>
              <a:gd name="connsiteY12" fmla="*/ 910459 h 3840089"/>
              <a:gd name="connsiteX13" fmla="*/ 2178176 w 4356350"/>
              <a:gd name="connsiteY13" fmla="*/ 3385492 h 3840089"/>
              <a:gd name="connsiteX14" fmla="*/ 1925621 w 4356350"/>
              <a:gd name="connsiteY14" fmla="*/ 3132937 h 3840089"/>
              <a:gd name="connsiteX15" fmla="*/ 2178176 w 4356350"/>
              <a:gd name="connsiteY15" fmla="*/ 2880383 h 3840089"/>
              <a:gd name="connsiteX16" fmla="*/ 2430730 w 4356350"/>
              <a:gd name="connsiteY16" fmla="*/ 3132937 h 3840089"/>
              <a:gd name="connsiteX17" fmla="*/ 2178176 w 4356350"/>
              <a:gd name="connsiteY17" fmla="*/ 3385492 h 384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356350" h="3840089">
                <a:moveTo>
                  <a:pt x="4329939" y="3537024"/>
                </a:moveTo>
                <a:lnTo>
                  <a:pt x="2354964" y="102285"/>
                </a:lnTo>
                <a:cubicBezTo>
                  <a:pt x="2279197" y="-34095"/>
                  <a:pt x="2082205" y="-34095"/>
                  <a:pt x="2006438" y="102285"/>
                </a:cubicBezTo>
                <a:lnTo>
                  <a:pt x="26412" y="3537024"/>
                </a:lnTo>
                <a:cubicBezTo>
                  <a:pt x="-49354" y="3673403"/>
                  <a:pt x="46616" y="3840089"/>
                  <a:pt x="203200" y="3840089"/>
                </a:cubicBezTo>
                <a:lnTo>
                  <a:pt x="2178176" y="3840089"/>
                </a:lnTo>
                <a:lnTo>
                  <a:pt x="4153151" y="3840089"/>
                </a:lnTo>
                <a:cubicBezTo>
                  <a:pt x="4309734" y="3840089"/>
                  <a:pt x="4405705" y="3673403"/>
                  <a:pt x="4329939" y="3537024"/>
                </a:cubicBezTo>
                <a:close/>
                <a:moveTo>
                  <a:pt x="2026643" y="910459"/>
                </a:moveTo>
                <a:lnTo>
                  <a:pt x="2329708" y="910459"/>
                </a:lnTo>
                <a:lnTo>
                  <a:pt x="2329708" y="2678339"/>
                </a:lnTo>
                <a:lnTo>
                  <a:pt x="2026643" y="2678339"/>
                </a:lnTo>
                <a:lnTo>
                  <a:pt x="2026643" y="910459"/>
                </a:lnTo>
                <a:close/>
                <a:moveTo>
                  <a:pt x="2178176" y="3385492"/>
                </a:moveTo>
                <a:cubicBezTo>
                  <a:pt x="2036745" y="3385492"/>
                  <a:pt x="1925621" y="3274368"/>
                  <a:pt x="1925621" y="3132937"/>
                </a:cubicBezTo>
                <a:cubicBezTo>
                  <a:pt x="1925621" y="2991507"/>
                  <a:pt x="2036745" y="2880383"/>
                  <a:pt x="2178176" y="2880383"/>
                </a:cubicBezTo>
                <a:cubicBezTo>
                  <a:pt x="2319606" y="2880383"/>
                  <a:pt x="2430730" y="2991507"/>
                  <a:pt x="2430730" y="3132937"/>
                </a:cubicBezTo>
                <a:cubicBezTo>
                  <a:pt x="2430730" y="3274368"/>
                  <a:pt x="2319606" y="3385492"/>
                  <a:pt x="2178176" y="3385492"/>
                </a:cubicBezTo>
                <a:close/>
              </a:path>
            </a:pathLst>
          </a:custGeom>
          <a:solidFill>
            <a:srgbClr val="000000">
              <a:alpha val="19955"/>
            </a:srgbClr>
          </a:solidFill>
          <a:ln w="505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449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7B2A-6770-8D96-9518-5DF83EB0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550901"/>
            <a:ext cx="9404723" cy="1400530"/>
          </a:xfrm>
        </p:spPr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7A41-BD93-9C00-15E9-2D4973A70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20" y="1656301"/>
            <a:ext cx="8946541" cy="4195481"/>
          </a:xfrm>
        </p:spPr>
        <p:txBody>
          <a:bodyPr/>
          <a:lstStyle/>
          <a:p>
            <a:r>
              <a:rPr lang="en-IN" dirty="0"/>
              <a:t>We faced much time on getting data and images.</a:t>
            </a:r>
          </a:p>
          <a:p>
            <a:r>
              <a:rPr lang="en-IN" dirty="0"/>
              <a:t>Validations logic</a:t>
            </a:r>
          </a:p>
          <a:p>
            <a:r>
              <a:rPr lang="en-IN" dirty="0"/>
              <a:t>Faced issues during spring to angular connections</a:t>
            </a:r>
          </a:p>
          <a:p>
            <a:r>
              <a:rPr lang="en-IN" dirty="0"/>
              <a:t>Front end designing part.</a:t>
            </a:r>
          </a:p>
        </p:txBody>
      </p:sp>
      <p:pic>
        <p:nvPicPr>
          <p:cNvPr id="5" name="Graphic 4" descr="Puzzle">
            <a:extLst>
              <a:ext uri="{FF2B5EF4-FFF2-40B4-BE49-F238E27FC236}">
                <a16:creationId xmlns:a16="http://schemas.microsoft.com/office/drawing/2014/main" id="{AD1F7FE9-4F23-6BB7-535C-A166676D2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0694" y="956036"/>
            <a:ext cx="4490611" cy="449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67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3F50-24E2-5F70-873A-D6F901E44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039" y="2241631"/>
            <a:ext cx="3899920" cy="19947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>
              <a:latin typeface="Bernard MT Condensed" panose="020508060609050204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Edwardian Script ITC" panose="030303020407070D0804" pitchFamily="66" charset="0"/>
              </a:rPr>
              <a:t>Thank you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54B7E553-07F3-49F9-B5DB-1529A30BE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9843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EA287762-C46F-4C8A-A3A0-400271E3A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4139" y="0"/>
            <a:ext cx="463828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4028360D-B5E4-4F7E-995D-D2816C494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906400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0724BB4D-C581-2615-A089-64577F77A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3742" y="1438929"/>
            <a:ext cx="3980139" cy="3980139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E051D22-B149-4432-90AA-B7BA85FB9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4081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{078C7D54-1452-3B43-A5FD-F6757EF35BDB}tf10001062</Template>
  <TotalTime>769</TotalTime>
  <Words>258</Words>
  <Application>Microsoft Office PowerPoint</Application>
  <PresentationFormat>Widescreen</PresentationFormat>
  <Paragraphs>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Bernard MT Condensed</vt:lpstr>
      <vt:lpstr>Century Gothic</vt:lpstr>
      <vt:lpstr>Edwardian Script ITC</vt:lpstr>
      <vt:lpstr>Times New Roman</vt:lpstr>
      <vt:lpstr>Wingdings</vt:lpstr>
      <vt:lpstr>Wingdings 3</vt:lpstr>
      <vt:lpstr>Ion</vt:lpstr>
      <vt:lpstr>  </vt:lpstr>
      <vt:lpstr>TABLE OF CONTENTS</vt:lpstr>
      <vt:lpstr>PROPOSED SYSTEM</vt:lpstr>
      <vt:lpstr>TOOLS USED/IDE USED</vt:lpstr>
      <vt:lpstr>MODULES IN PROJECT</vt:lpstr>
      <vt:lpstr>ER DIAGRAM</vt:lpstr>
      <vt:lpstr>FLOW CHART OF PROJECT</vt:lpstr>
      <vt:lpstr>WELCOME PAGE</vt:lpstr>
      <vt:lpstr>HOME PAGE</vt:lpstr>
      <vt:lpstr>LOGIN PAGE</vt:lpstr>
      <vt:lpstr>PRODUCT PAGE</vt:lpstr>
      <vt:lpstr>ADVANTAGES</vt:lpstr>
      <vt:lpstr>LIMITATIONS</vt:lpstr>
      <vt:lpstr>CHALLENGES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</dc:title>
  <dc:creator>Naga</dc:creator>
  <cp:lastModifiedBy>Jammuladinne Rakesh</cp:lastModifiedBy>
  <cp:revision>11</cp:revision>
  <dcterms:created xsi:type="dcterms:W3CDTF">2022-08-14T08:03:40Z</dcterms:created>
  <dcterms:modified xsi:type="dcterms:W3CDTF">2022-11-29T09:14:02Z</dcterms:modified>
</cp:coreProperties>
</file>